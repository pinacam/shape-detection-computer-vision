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2A9A0A-0FDB-49BC-A7CA-EDDF6A7058B1}" v="6" dt="2025-12-23T20:05:27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na Cammisano" userId="2cc9ef30-bfe9-43e5-bee6-ed400b8ca640" providerId="ADAL" clId="{E6732032-0CD7-494E-94D6-55D43FFC986F}"/>
    <pc:docChg chg="undo custSel modSld">
      <pc:chgData name="Pina Cammisano" userId="2cc9ef30-bfe9-43e5-bee6-ed400b8ca640" providerId="ADAL" clId="{E6732032-0CD7-494E-94D6-55D43FFC986F}" dt="2025-12-23T20:06:03.518" v="24" actId="1076"/>
      <pc:docMkLst>
        <pc:docMk/>
      </pc:docMkLst>
      <pc:sldChg chg="addSp delSp modSp mod setBg">
        <pc:chgData name="Pina Cammisano" userId="2cc9ef30-bfe9-43e5-bee6-ed400b8ca640" providerId="ADAL" clId="{E6732032-0CD7-494E-94D6-55D43FFC986F}" dt="2025-12-23T20:06:03.518" v="24" actId="1076"/>
        <pc:sldMkLst>
          <pc:docMk/>
          <pc:sldMk cId="4168371258" sldId="257"/>
        </pc:sldMkLst>
        <pc:spChg chg="mod">
          <ac:chgData name="Pina Cammisano" userId="2cc9ef30-bfe9-43e5-bee6-ed400b8ca640" providerId="ADAL" clId="{E6732032-0CD7-494E-94D6-55D43FFC986F}" dt="2025-12-23T20:05:52.006" v="22" actId="1076"/>
          <ac:spMkLst>
            <pc:docMk/>
            <pc:sldMk cId="4168371258" sldId="257"/>
            <ac:spMk id="2" creationId="{6D772C0F-0684-00AB-2E96-1C57068BC802}"/>
          </ac:spMkLst>
        </pc:spChg>
        <pc:spChg chg="add mod">
          <ac:chgData name="Pina Cammisano" userId="2cc9ef30-bfe9-43e5-bee6-ed400b8ca640" providerId="ADAL" clId="{E6732032-0CD7-494E-94D6-55D43FFC986F}" dt="2025-12-23T20:06:03.518" v="24" actId="1076"/>
          <ac:spMkLst>
            <pc:docMk/>
            <pc:sldMk cId="4168371258" sldId="257"/>
            <ac:spMk id="4" creationId="{70EAE1DF-D27F-2BF4-6318-35ABFB4E8E29}"/>
          </ac:spMkLst>
        </pc:spChg>
        <pc:spChg chg="add del">
          <ac:chgData name="Pina Cammisano" userId="2cc9ef30-bfe9-43e5-bee6-ed400b8ca640" providerId="ADAL" clId="{E6732032-0CD7-494E-94D6-55D43FFC986F}" dt="2025-12-23T19:10:06.547" v="6" actId="26606"/>
          <ac:spMkLst>
            <pc:docMk/>
            <pc:sldMk cId="4168371258" sldId="257"/>
            <ac:spMk id="6" creationId="{C505E780-2083-4CB5-A42A-5E0E2908ECC3}"/>
          </ac:spMkLst>
        </pc:spChg>
        <pc:spChg chg="add del">
          <ac:chgData name="Pina Cammisano" userId="2cc9ef30-bfe9-43e5-bee6-ed400b8ca640" providerId="ADAL" clId="{E6732032-0CD7-494E-94D6-55D43FFC986F}" dt="2025-12-23T19:10:06.547" v="6" actId="26606"/>
          <ac:spMkLst>
            <pc:docMk/>
            <pc:sldMk cId="4168371258" sldId="257"/>
            <ac:spMk id="9" creationId="{7517A47C-B2E5-4B79-8061-D74B1311AF6E}"/>
          </ac:spMkLst>
        </pc:spChg>
        <pc:spChg chg="add del">
          <ac:chgData name="Pina Cammisano" userId="2cc9ef30-bfe9-43e5-bee6-ed400b8ca640" providerId="ADAL" clId="{E6732032-0CD7-494E-94D6-55D43FFC986F}" dt="2025-12-23T19:10:06.547" v="6" actId="26606"/>
          <ac:spMkLst>
            <pc:docMk/>
            <pc:sldMk cId="4168371258" sldId="257"/>
            <ac:spMk id="13" creationId="{D2C0AE1C-0118-41AE-8A10-7CDCBF10E96F}"/>
          </ac:spMkLst>
        </pc:spChg>
        <pc:spChg chg="add del">
          <ac:chgData name="Pina Cammisano" userId="2cc9ef30-bfe9-43e5-bee6-ed400b8ca640" providerId="ADAL" clId="{E6732032-0CD7-494E-94D6-55D43FFC986F}" dt="2025-12-23T19:10:06.547" v="6" actId="26606"/>
          <ac:spMkLst>
            <pc:docMk/>
            <pc:sldMk cId="4168371258" sldId="257"/>
            <ac:spMk id="15" creationId="{463EEC44-1BA3-44ED-81FC-A644B04B2A44}"/>
          </ac:spMkLst>
        </pc:spChg>
        <pc:grpChg chg="add">
          <ac:chgData name="Pina Cammisano" userId="2cc9ef30-bfe9-43e5-bee6-ed400b8ca640" providerId="ADAL" clId="{E6732032-0CD7-494E-94D6-55D43FFC986F}" dt="2025-12-23T19:10:06.547" v="6" actId="26606"/>
          <ac:grpSpMkLst>
            <pc:docMk/>
            <pc:sldMk cId="4168371258" sldId="257"/>
            <ac:grpSpMk id="20" creationId="{F2221BB3-7B5D-C899-7745-66D7AC3232A7}"/>
          </ac:grpSpMkLst>
        </pc:grpChg>
        <pc:graphicFrameChg chg="mod ord modGraphic">
          <ac:chgData name="Pina Cammisano" userId="2cc9ef30-bfe9-43e5-bee6-ed400b8ca640" providerId="ADAL" clId="{E6732032-0CD7-494E-94D6-55D43FFC986F}" dt="2025-12-23T20:05:59.024" v="23" actId="1076"/>
          <ac:graphicFrameMkLst>
            <pc:docMk/>
            <pc:sldMk cId="4168371258" sldId="257"/>
            <ac:graphicFrameMk id="5" creationId="{F508C18E-B026-AFB8-6FDF-1723B9E5CB75}"/>
          </ac:graphicFrameMkLst>
        </pc:graphicFrameChg>
        <pc:picChg chg="add mod ord">
          <ac:chgData name="Pina Cammisano" userId="2cc9ef30-bfe9-43e5-bee6-ed400b8ca640" providerId="ADAL" clId="{E6732032-0CD7-494E-94D6-55D43FFC986F}" dt="2025-12-23T19:10:06.547" v="6" actId="26606"/>
          <ac:picMkLst>
            <pc:docMk/>
            <pc:sldMk cId="4168371258" sldId="257"/>
            <ac:picMk id="3" creationId="{8B3CAE9C-4AF5-F044-DC14-E85D198AD7E8}"/>
          </ac:picMkLst>
        </pc:picChg>
      </pc:sldChg>
      <pc:sldChg chg="addSp delSp modSp mod">
        <pc:chgData name="Pina Cammisano" userId="2cc9ef30-bfe9-43e5-bee6-ed400b8ca640" providerId="ADAL" clId="{E6732032-0CD7-494E-94D6-55D43FFC986F}" dt="2025-12-23T19:10:46.450" v="11" actId="26606"/>
        <pc:sldMkLst>
          <pc:docMk/>
          <pc:sldMk cId="1141039208" sldId="258"/>
        </pc:sldMkLst>
        <pc:spChg chg="mod">
          <ac:chgData name="Pina Cammisano" userId="2cc9ef30-bfe9-43e5-bee6-ed400b8ca640" providerId="ADAL" clId="{E6732032-0CD7-494E-94D6-55D43FFC986F}" dt="2025-12-23T19:10:46.450" v="11" actId="26606"/>
          <ac:spMkLst>
            <pc:docMk/>
            <pc:sldMk cId="1141039208" sldId="258"/>
            <ac:spMk id="2" creationId="{078FC086-1221-9697-6083-BE9F69674BFF}"/>
          </ac:spMkLst>
        </pc:spChg>
        <pc:spChg chg="add">
          <ac:chgData name="Pina Cammisano" userId="2cc9ef30-bfe9-43e5-bee6-ed400b8ca640" providerId="ADAL" clId="{E6732032-0CD7-494E-94D6-55D43FFC986F}" dt="2025-12-23T19:10:46.450" v="11" actId="26606"/>
          <ac:spMkLst>
            <pc:docMk/>
            <pc:sldMk cId="1141039208" sldId="258"/>
            <ac:spMk id="17" creationId="{3A7E003E-EE76-4207-A774-A645C37F1D27}"/>
          </ac:spMkLst>
        </pc:spChg>
        <pc:spChg chg="add">
          <ac:chgData name="Pina Cammisano" userId="2cc9ef30-bfe9-43e5-bee6-ed400b8ca640" providerId="ADAL" clId="{E6732032-0CD7-494E-94D6-55D43FFC986F}" dt="2025-12-23T19:10:46.450" v="11" actId="26606"/>
          <ac:spMkLst>
            <pc:docMk/>
            <pc:sldMk cId="1141039208" sldId="258"/>
            <ac:spMk id="19" creationId="{FBD77573-9EF2-4C35-8285-A1CF6FBB0EA5}"/>
          </ac:spMkLst>
        </pc:spChg>
        <pc:graphicFrameChg chg="mod modGraphic">
          <ac:chgData name="Pina Cammisano" userId="2cc9ef30-bfe9-43e5-bee6-ed400b8ca640" providerId="ADAL" clId="{E6732032-0CD7-494E-94D6-55D43FFC986F}" dt="2025-12-23T19:10:46.450" v="11" actId="26606"/>
          <ac:graphicFrameMkLst>
            <pc:docMk/>
            <pc:sldMk cId="1141039208" sldId="258"/>
            <ac:graphicFrameMk id="12" creationId="{2F31B339-1E52-7088-5040-C37D8C43AEBC}"/>
          </ac:graphicFrameMkLst>
        </pc:graphicFrameChg>
        <pc:picChg chg="del">
          <ac:chgData name="Pina Cammisano" userId="2cc9ef30-bfe9-43e5-bee6-ed400b8ca640" providerId="ADAL" clId="{E6732032-0CD7-494E-94D6-55D43FFC986F}" dt="2025-12-23T19:10:33.907" v="10" actId="478"/>
          <ac:picMkLst>
            <pc:docMk/>
            <pc:sldMk cId="1141039208" sldId="258"/>
            <ac:picMk id="9" creationId="{CAD89C27-D9B3-5653-4A2D-6FCFED3E776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E3245-40E7-4DC0-9E87-75D04161826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BCC2806-99F0-4A06-B354-A35673172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Camera → Threshold → Morphology → </a:t>
          </a:r>
          <a:r>
            <a:rPr lang="en-US" b="1"/>
            <a:t>Area Filtering</a:t>
          </a:r>
          <a:r>
            <a:rPr lang="en-US"/>
            <a:t> → Shape Descriptors → Classification</a:t>
          </a:r>
        </a:p>
      </dgm:t>
    </dgm:pt>
    <dgm:pt modelId="{644756D3-3F42-4421-9101-E68EFFE37E87}" type="parTrans" cxnId="{7BF8FA97-7766-4003-8FAF-F712B2A42EF5}">
      <dgm:prSet/>
      <dgm:spPr/>
      <dgm:t>
        <a:bodyPr/>
        <a:lstStyle/>
        <a:p>
          <a:endParaRPr lang="en-US"/>
        </a:p>
      </dgm:t>
    </dgm:pt>
    <dgm:pt modelId="{7CFAE4DC-E078-4D32-BD60-261D639CFE53}" type="sibTrans" cxnId="{7BF8FA97-7766-4003-8FAF-F712B2A42EF5}">
      <dgm:prSet/>
      <dgm:spPr/>
      <dgm:t>
        <a:bodyPr/>
        <a:lstStyle/>
        <a:p>
          <a:endParaRPr lang="en-US"/>
        </a:p>
      </dgm:t>
    </dgm:pt>
    <dgm:pt modelId="{32EA7AD0-3480-419C-90A2-6508A46B6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Camera:</a:t>
          </a:r>
          <a:r>
            <a:rPr lang="en-US"/>
            <a:t> Captures the live image of the scene to be processed.</a:t>
          </a:r>
        </a:p>
      </dgm:t>
    </dgm:pt>
    <dgm:pt modelId="{A798C556-C7D3-49ED-A72C-F776A599365A}" type="parTrans" cxnId="{062869DF-B38C-4D02-8B74-074F4E016DA9}">
      <dgm:prSet/>
      <dgm:spPr/>
      <dgm:t>
        <a:bodyPr/>
        <a:lstStyle/>
        <a:p>
          <a:endParaRPr lang="en-US"/>
        </a:p>
      </dgm:t>
    </dgm:pt>
    <dgm:pt modelId="{D5788613-FB53-4025-AF94-77BB083F7B7E}" type="sibTrans" cxnId="{062869DF-B38C-4D02-8B74-074F4E016DA9}">
      <dgm:prSet/>
      <dgm:spPr/>
      <dgm:t>
        <a:bodyPr/>
        <a:lstStyle/>
        <a:p>
          <a:endParaRPr lang="en-US"/>
        </a:p>
      </dgm:t>
    </dgm:pt>
    <dgm:pt modelId="{5F4E5272-546C-4C5D-B284-3B0C7AED1E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Threshold:</a:t>
          </a:r>
          <a:r>
            <a:rPr lang="en-US"/>
            <a:t> Separates foreground objects from the background by converting the image to binary.</a:t>
          </a:r>
        </a:p>
      </dgm:t>
    </dgm:pt>
    <dgm:pt modelId="{6A6BB203-163D-40EE-8618-03EF3E6B98BB}" type="parTrans" cxnId="{D3BD666A-E0D0-4872-80B6-9B5199927FFE}">
      <dgm:prSet/>
      <dgm:spPr/>
      <dgm:t>
        <a:bodyPr/>
        <a:lstStyle/>
        <a:p>
          <a:endParaRPr lang="en-US"/>
        </a:p>
      </dgm:t>
    </dgm:pt>
    <dgm:pt modelId="{2986887D-6584-4FD5-BB73-629E6B47E304}" type="sibTrans" cxnId="{D3BD666A-E0D0-4872-80B6-9B5199927FFE}">
      <dgm:prSet/>
      <dgm:spPr/>
      <dgm:t>
        <a:bodyPr/>
        <a:lstStyle/>
        <a:p>
          <a:endParaRPr lang="en-US"/>
        </a:p>
      </dgm:t>
    </dgm:pt>
    <dgm:pt modelId="{CEBC696E-94E8-4C5B-AF42-9D8916770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Morphology:</a:t>
          </a:r>
          <a:r>
            <a:rPr lang="en-US"/>
            <a:t> Cleans the binary image by removing noise and filling gaps in objects.</a:t>
          </a:r>
        </a:p>
      </dgm:t>
    </dgm:pt>
    <dgm:pt modelId="{B06378D4-E349-4593-8E1B-BFBE1B8697CB}" type="parTrans" cxnId="{30CA75BB-C0D3-4DFD-872A-26A653846673}">
      <dgm:prSet/>
      <dgm:spPr/>
      <dgm:t>
        <a:bodyPr/>
        <a:lstStyle/>
        <a:p>
          <a:endParaRPr lang="en-US"/>
        </a:p>
      </dgm:t>
    </dgm:pt>
    <dgm:pt modelId="{929D5E33-8283-40B3-9807-CBB7C6B6FA92}" type="sibTrans" cxnId="{30CA75BB-C0D3-4DFD-872A-26A653846673}">
      <dgm:prSet/>
      <dgm:spPr/>
      <dgm:t>
        <a:bodyPr/>
        <a:lstStyle/>
        <a:p>
          <a:endParaRPr lang="en-US"/>
        </a:p>
      </dgm:t>
    </dgm:pt>
    <dgm:pt modelId="{6723EDCD-47E0-46B8-BE6B-D0C45F25EB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/>
            <a:t>Area Filtering:</a:t>
          </a:r>
          <a:r>
            <a:rPr lang="en-US" b="1"/>
            <a:t> Removes small connected regions so only valid objects remain.</a:t>
          </a:r>
          <a:endParaRPr lang="en-US"/>
        </a:p>
      </dgm:t>
    </dgm:pt>
    <dgm:pt modelId="{01C2D785-F7D3-4B4A-969B-F64E699EAF8F}" type="parTrans" cxnId="{246B8A73-F816-4AA2-85E7-B7F45B2EA8A8}">
      <dgm:prSet/>
      <dgm:spPr/>
      <dgm:t>
        <a:bodyPr/>
        <a:lstStyle/>
        <a:p>
          <a:endParaRPr lang="en-US"/>
        </a:p>
      </dgm:t>
    </dgm:pt>
    <dgm:pt modelId="{CDD0AC77-F049-40E4-93CE-6FEDEF08443A}" type="sibTrans" cxnId="{246B8A73-F816-4AA2-85E7-B7F45B2EA8A8}">
      <dgm:prSet/>
      <dgm:spPr/>
      <dgm:t>
        <a:bodyPr/>
        <a:lstStyle/>
        <a:p>
          <a:endParaRPr lang="en-US"/>
        </a:p>
      </dgm:t>
    </dgm:pt>
    <dgm:pt modelId="{6F61CA9C-79A2-454B-B3F8-DD768BDCEF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Even after Morphology, the image can still contain multiple regions, some of which are noise. ]</a:t>
          </a:r>
          <a:endParaRPr lang="en-US" dirty="0"/>
        </a:p>
      </dgm:t>
    </dgm:pt>
    <dgm:pt modelId="{F305E447-938D-41DC-A6E2-EC015C4ECF0F}" type="parTrans" cxnId="{6B7ABF0D-9EEF-4675-BE44-8340FC8D535F}">
      <dgm:prSet/>
      <dgm:spPr/>
      <dgm:t>
        <a:bodyPr/>
        <a:lstStyle/>
        <a:p>
          <a:endParaRPr lang="en-US"/>
        </a:p>
      </dgm:t>
    </dgm:pt>
    <dgm:pt modelId="{CBDECA8A-5F98-4242-A058-B6CD4CEB656C}" type="sibTrans" cxnId="{6B7ABF0D-9EEF-4675-BE44-8340FC8D535F}">
      <dgm:prSet/>
      <dgm:spPr/>
      <dgm:t>
        <a:bodyPr/>
        <a:lstStyle/>
        <a:p>
          <a:endParaRPr lang="en-US"/>
        </a:p>
      </dgm:t>
    </dgm:pt>
    <dgm:pt modelId="{6599EBB8-BE0A-4E62-92EF-511E6820DA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Shape Descriptors</a:t>
          </a:r>
          <a:r>
            <a:rPr lang="en-US"/>
            <a:t>: Extracts geometric features that describe each object’s shape.</a:t>
          </a:r>
        </a:p>
      </dgm:t>
    </dgm:pt>
    <dgm:pt modelId="{7C8CFDE3-AE8B-401D-B6E2-C4F533950734}" type="parTrans" cxnId="{712F6AD7-476E-4ECB-AB0F-26CDFF827887}">
      <dgm:prSet/>
      <dgm:spPr/>
      <dgm:t>
        <a:bodyPr/>
        <a:lstStyle/>
        <a:p>
          <a:endParaRPr lang="en-US"/>
        </a:p>
      </dgm:t>
    </dgm:pt>
    <dgm:pt modelId="{F3E28C2E-FCC7-4E03-B37C-EF1FC07E5460}" type="sibTrans" cxnId="{712F6AD7-476E-4ECB-AB0F-26CDFF827887}">
      <dgm:prSet/>
      <dgm:spPr/>
      <dgm:t>
        <a:bodyPr/>
        <a:lstStyle/>
        <a:p>
          <a:endParaRPr lang="en-US"/>
        </a:p>
      </dgm:t>
    </dgm:pt>
    <dgm:pt modelId="{AC5566B5-E2DA-4A86-81F1-72C507E9B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Classification:</a:t>
          </a:r>
          <a:r>
            <a:rPr lang="en-US"/>
            <a:t> Uses the extracted features to assign each object to a known class.</a:t>
          </a:r>
        </a:p>
      </dgm:t>
    </dgm:pt>
    <dgm:pt modelId="{44C177D5-7F10-4DB2-95A7-F39DBF48B625}" type="parTrans" cxnId="{5D6DF3D8-8AB5-4615-82B2-B336BCAF0759}">
      <dgm:prSet/>
      <dgm:spPr/>
      <dgm:t>
        <a:bodyPr/>
        <a:lstStyle/>
        <a:p>
          <a:endParaRPr lang="en-US"/>
        </a:p>
      </dgm:t>
    </dgm:pt>
    <dgm:pt modelId="{60ECBAA9-353C-4DF9-96D6-038C34253D0A}" type="sibTrans" cxnId="{5D6DF3D8-8AB5-4615-82B2-B336BCAF0759}">
      <dgm:prSet/>
      <dgm:spPr/>
      <dgm:t>
        <a:bodyPr/>
        <a:lstStyle/>
        <a:p>
          <a:endParaRPr lang="en-US"/>
        </a:p>
      </dgm:t>
    </dgm:pt>
    <dgm:pt modelId="{7DC44B84-63DD-46FB-A145-BC0B57F5EF32}" type="pres">
      <dgm:prSet presAssocID="{22DE3245-40E7-4DC0-9E87-75D041618260}" presName="root" presStyleCnt="0">
        <dgm:presLayoutVars>
          <dgm:dir/>
          <dgm:resizeHandles val="exact"/>
        </dgm:presLayoutVars>
      </dgm:prSet>
      <dgm:spPr/>
    </dgm:pt>
    <dgm:pt modelId="{9354CF22-93E0-43A8-8928-8A1119354DE8}" type="pres">
      <dgm:prSet presAssocID="{7BCC2806-99F0-4A06-B354-A35673172435}" presName="compNode" presStyleCnt="0"/>
      <dgm:spPr/>
    </dgm:pt>
    <dgm:pt modelId="{1D2E6608-7033-44B4-B2B0-346BB16CAB00}" type="pres">
      <dgm:prSet presAssocID="{7BCC2806-99F0-4A06-B354-A35673172435}" presName="iconRect" presStyleLbl="node1" presStyleIdx="0" presStyleCnt="8" custLinFactX="100000" custLinFactNeighborX="156323" custLinFactNeighborY="475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98406DB3-942B-4ADF-9A8D-FE365CE2394C}" type="pres">
      <dgm:prSet presAssocID="{7BCC2806-99F0-4A06-B354-A35673172435}" presName="spaceRect" presStyleCnt="0"/>
      <dgm:spPr/>
    </dgm:pt>
    <dgm:pt modelId="{8FB6B38D-9DDC-46FD-BA6A-6398851D43BD}" type="pres">
      <dgm:prSet presAssocID="{7BCC2806-99F0-4A06-B354-A35673172435}" presName="textRect" presStyleLbl="revTx" presStyleIdx="0" presStyleCnt="8">
        <dgm:presLayoutVars>
          <dgm:chMax val="1"/>
          <dgm:chPref val="1"/>
        </dgm:presLayoutVars>
      </dgm:prSet>
      <dgm:spPr/>
    </dgm:pt>
    <dgm:pt modelId="{8DFE603A-0784-4233-A5EF-22057058FED3}" type="pres">
      <dgm:prSet presAssocID="{7CFAE4DC-E078-4D32-BD60-261D639CFE53}" presName="sibTrans" presStyleCnt="0"/>
      <dgm:spPr/>
    </dgm:pt>
    <dgm:pt modelId="{204F5A1A-09C3-4907-8A9A-6997140D2584}" type="pres">
      <dgm:prSet presAssocID="{32EA7AD0-3480-419C-90A2-6508A46B69E0}" presName="compNode" presStyleCnt="0"/>
      <dgm:spPr/>
    </dgm:pt>
    <dgm:pt modelId="{22E90A75-6157-4E57-8B4F-C7C2078C17EC}" type="pres">
      <dgm:prSet presAssocID="{32EA7AD0-3480-419C-90A2-6508A46B69E0}" presName="iconRect" presStyleLbl="node1" presStyleIdx="1" presStyleCnt="8" custLinFactX="-100000" custLinFactNeighborX="-171747" custLinFactNeighborY="1342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08ECFAD2-16E4-4446-982D-0A32D4C6C0D1}" type="pres">
      <dgm:prSet presAssocID="{32EA7AD0-3480-419C-90A2-6508A46B69E0}" presName="spaceRect" presStyleCnt="0"/>
      <dgm:spPr/>
    </dgm:pt>
    <dgm:pt modelId="{447767B4-2DBB-40AE-A7BC-CF01E59F6846}" type="pres">
      <dgm:prSet presAssocID="{32EA7AD0-3480-419C-90A2-6508A46B69E0}" presName="textRect" presStyleLbl="revTx" presStyleIdx="1" presStyleCnt="8">
        <dgm:presLayoutVars>
          <dgm:chMax val="1"/>
          <dgm:chPref val="1"/>
        </dgm:presLayoutVars>
      </dgm:prSet>
      <dgm:spPr/>
    </dgm:pt>
    <dgm:pt modelId="{29E914D7-8BBA-4C89-B6C9-5A4B102FD53C}" type="pres">
      <dgm:prSet presAssocID="{D5788613-FB53-4025-AF94-77BB083F7B7E}" presName="sibTrans" presStyleCnt="0"/>
      <dgm:spPr/>
    </dgm:pt>
    <dgm:pt modelId="{B6873A59-6E0F-4A0C-9A08-294076B26C03}" type="pres">
      <dgm:prSet presAssocID="{5F4E5272-546C-4C5D-B284-3B0C7AED1E90}" presName="compNode" presStyleCnt="0"/>
      <dgm:spPr/>
    </dgm:pt>
    <dgm:pt modelId="{186C7FE7-62D4-43CB-B1A1-1A925367E59F}" type="pres">
      <dgm:prSet presAssocID="{5F4E5272-546C-4C5D-B284-3B0C7AED1E9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934E1F5A-389E-4D39-98BC-EA241145F0D8}" type="pres">
      <dgm:prSet presAssocID="{5F4E5272-546C-4C5D-B284-3B0C7AED1E90}" presName="spaceRect" presStyleCnt="0"/>
      <dgm:spPr/>
    </dgm:pt>
    <dgm:pt modelId="{30A748DB-A3A8-4709-B983-A8D841AB2F91}" type="pres">
      <dgm:prSet presAssocID="{5F4E5272-546C-4C5D-B284-3B0C7AED1E90}" presName="textRect" presStyleLbl="revTx" presStyleIdx="2" presStyleCnt="8">
        <dgm:presLayoutVars>
          <dgm:chMax val="1"/>
          <dgm:chPref val="1"/>
        </dgm:presLayoutVars>
      </dgm:prSet>
      <dgm:spPr/>
    </dgm:pt>
    <dgm:pt modelId="{D8B21678-D5B2-4942-B932-4E2AA6B6554B}" type="pres">
      <dgm:prSet presAssocID="{2986887D-6584-4FD5-BB73-629E6B47E304}" presName="sibTrans" presStyleCnt="0"/>
      <dgm:spPr/>
    </dgm:pt>
    <dgm:pt modelId="{7FFC81D8-59C0-4CFF-AF90-B5FB9E92FB86}" type="pres">
      <dgm:prSet presAssocID="{CEBC696E-94E8-4C5B-AF42-9D89167707A7}" presName="compNode" presStyleCnt="0"/>
      <dgm:spPr/>
    </dgm:pt>
    <dgm:pt modelId="{8D7FB0D3-88BE-435D-AA2C-06BABB6013E1}" type="pres">
      <dgm:prSet presAssocID="{CEBC696E-94E8-4C5B-AF42-9D89167707A7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9A0AA885-8674-44FA-828A-D6944BCC2687}" type="pres">
      <dgm:prSet presAssocID="{CEBC696E-94E8-4C5B-AF42-9D89167707A7}" presName="spaceRect" presStyleCnt="0"/>
      <dgm:spPr/>
    </dgm:pt>
    <dgm:pt modelId="{317725E8-D82A-4500-B2FE-5BD667C5E297}" type="pres">
      <dgm:prSet presAssocID="{CEBC696E-94E8-4C5B-AF42-9D89167707A7}" presName="textRect" presStyleLbl="revTx" presStyleIdx="3" presStyleCnt="8">
        <dgm:presLayoutVars>
          <dgm:chMax val="1"/>
          <dgm:chPref val="1"/>
        </dgm:presLayoutVars>
      </dgm:prSet>
      <dgm:spPr/>
    </dgm:pt>
    <dgm:pt modelId="{0B625CD2-CF91-4FBC-9A04-B82B8CBD852F}" type="pres">
      <dgm:prSet presAssocID="{929D5E33-8283-40B3-9807-CBB7C6B6FA92}" presName="sibTrans" presStyleCnt="0"/>
      <dgm:spPr/>
    </dgm:pt>
    <dgm:pt modelId="{29E431D4-EED3-4951-BB64-CE070DC8B286}" type="pres">
      <dgm:prSet presAssocID="{6723EDCD-47E0-46B8-BE6B-D0C45F25EBCF}" presName="compNode" presStyleCnt="0"/>
      <dgm:spPr/>
    </dgm:pt>
    <dgm:pt modelId="{F361E8FB-20F4-433B-AF40-1F72E39D8DF4}" type="pres">
      <dgm:prSet presAssocID="{6723EDCD-47E0-46B8-BE6B-D0C45F25EBCF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84E7151-BB84-416A-BA08-71C9721E9D14}" type="pres">
      <dgm:prSet presAssocID="{6723EDCD-47E0-46B8-BE6B-D0C45F25EBCF}" presName="spaceRect" presStyleCnt="0"/>
      <dgm:spPr/>
    </dgm:pt>
    <dgm:pt modelId="{ACD11FEC-8135-4AAF-9B20-234D6F7E2FB6}" type="pres">
      <dgm:prSet presAssocID="{6723EDCD-47E0-46B8-BE6B-D0C45F25EBCF}" presName="textRect" presStyleLbl="revTx" presStyleIdx="4" presStyleCnt="8">
        <dgm:presLayoutVars>
          <dgm:chMax val="1"/>
          <dgm:chPref val="1"/>
        </dgm:presLayoutVars>
      </dgm:prSet>
      <dgm:spPr/>
    </dgm:pt>
    <dgm:pt modelId="{4BCD7B79-2505-4A26-B6B3-60ACEB8B0746}" type="pres">
      <dgm:prSet presAssocID="{CDD0AC77-F049-40E4-93CE-6FEDEF08443A}" presName="sibTrans" presStyleCnt="0"/>
      <dgm:spPr/>
    </dgm:pt>
    <dgm:pt modelId="{E0197592-F715-4F5A-A9FF-F6B217072354}" type="pres">
      <dgm:prSet presAssocID="{6F61CA9C-79A2-454B-B3F8-DD768BDCEF0E}" presName="compNode" presStyleCnt="0"/>
      <dgm:spPr/>
    </dgm:pt>
    <dgm:pt modelId="{B5022800-5AFE-4FA7-9E7E-F470690C47D4}" type="pres">
      <dgm:prSet presAssocID="{6F61CA9C-79A2-454B-B3F8-DD768BDCEF0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6D8FCEB-D11F-42E2-80B2-EDC5700917E2}" type="pres">
      <dgm:prSet presAssocID="{6F61CA9C-79A2-454B-B3F8-DD768BDCEF0E}" presName="spaceRect" presStyleCnt="0"/>
      <dgm:spPr/>
    </dgm:pt>
    <dgm:pt modelId="{B241BE43-C4A7-4F10-A76D-F72D34558DA0}" type="pres">
      <dgm:prSet presAssocID="{6F61CA9C-79A2-454B-B3F8-DD768BDCEF0E}" presName="textRect" presStyleLbl="revTx" presStyleIdx="5" presStyleCnt="8">
        <dgm:presLayoutVars>
          <dgm:chMax val="1"/>
          <dgm:chPref val="1"/>
        </dgm:presLayoutVars>
      </dgm:prSet>
      <dgm:spPr/>
    </dgm:pt>
    <dgm:pt modelId="{CDC302B0-85BA-4BF6-86FB-ECAB427AF58A}" type="pres">
      <dgm:prSet presAssocID="{CBDECA8A-5F98-4242-A058-B6CD4CEB656C}" presName="sibTrans" presStyleCnt="0"/>
      <dgm:spPr/>
    </dgm:pt>
    <dgm:pt modelId="{CD7BF5A8-B1E4-4006-AADA-CB93AF5C9B47}" type="pres">
      <dgm:prSet presAssocID="{6599EBB8-BE0A-4E62-92EF-511E6820DAF9}" presName="compNode" presStyleCnt="0"/>
      <dgm:spPr/>
    </dgm:pt>
    <dgm:pt modelId="{BB107C38-0071-4A47-961E-6F94904648D4}" type="pres">
      <dgm:prSet presAssocID="{6599EBB8-BE0A-4E62-92EF-511E6820DAF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DE0074AB-FFED-4FC6-AD3A-47E2CA3D80A3}" type="pres">
      <dgm:prSet presAssocID="{6599EBB8-BE0A-4E62-92EF-511E6820DAF9}" presName="spaceRect" presStyleCnt="0"/>
      <dgm:spPr/>
    </dgm:pt>
    <dgm:pt modelId="{093FD1A4-8887-4E2A-B5B6-49CB4A0B8E7A}" type="pres">
      <dgm:prSet presAssocID="{6599EBB8-BE0A-4E62-92EF-511E6820DAF9}" presName="textRect" presStyleLbl="revTx" presStyleIdx="6" presStyleCnt="8">
        <dgm:presLayoutVars>
          <dgm:chMax val="1"/>
          <dgm:chPref val="1"/>
        </dgm:presLayoutVars>
      </dgm:prSet>
      <dgm:spPr/>
    </dgm:pt>
    <dgm:pt modelId="{5E1D57DF-385A-4DA3-BAA6-20EE5DA79DF8}" type="pres">
      <dgm:prSet presAssocID="{F3E28C2E-FCC7-4E03-B37C-EF1FC07E5460}" presName="sibTrans" presStyleCnt="0"/>
      <dgm:spPr/>
    </dgm:pt>
    <dgm:pt modelId="{5FBF7C0F-4372-4397-99BB-39006824C205}" type="pres">
      <dgm:prSet presAssocID="{AC5566B5-E2DA-4A86-81F1-72C507E9BAA1}" presName="compNode" presStyleCnt="0"/>
      <dgm:spPr/>
    </dgm:pt>
    <dgm:pt modelId="{55F06000-2593-4CB4-BF18-D442029E0F7F}" type="pres">
      <dgm:prSet presAssocID="{AC5566B5-E2DA-4A86-81F1-72C507E9BAA1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425B3F1-2021-4D9B-8C1B-2E5C12ED346D}" type="pres">
      <dgm:prSet presAssocID="{AC5566B5-E2DA-4A86-81F1-72C507E9BAA1}" presName="spaceRect" presStyleCnt="0"/>
      <dgm:spPr/>
    </dgm:pt>
    <dgm:pt modelId="{1A11FFE5-F27C-4D83-8CBB-863F8A8A9593}" type="pres">
      <dgm:prSet presAssocID="{AC5566B5-E2DA-4A86-81F1-72C507E9BAA1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B7ABF0D-9EEF-4675-BE44-8340FC8D535F}" srcId="{22DE3245-40E7-4DC0-9E87-75D041618260}" destId="{6F61CA9C-79A2-454B-B3F8-DD768BDCEF0E}" srcOrd="5" destOrd="0" parTransId="{F305E447-938D-41DC-A6E2-EC015C4ECF0F}" sibTransId="{CBDECA8A-5F98-4242-A058-B6CD4CEB656C}"/>
    <dgm:cxn modelId="{92338B0F-BE22-4B95-91C0-CBA5CB00835A}" type="presOf" srcId="{32EA7AD0-3480-419C-90A2-6508A46B69E0}" destId="{447767B4-2DBB-40AE-A7BC-CF01E59F6846}" srcOrd="0" destOrd="0" presId="urn:microsoft.com/office/officeart/2018/2/layout/IconLabelList"/>
    <dgm:cxn modelId="{1B16142B-D6BE-4968-893C-56DC83AA3A14}" type="presOf" srcId="{22DE3245-40E7-4DC0-9E87-75D041618260}" destId="{7DC44B84-63DD-46FB-A145-BC0B57F5EF32}" srcOrd="0" destOrd="0" presId="urn:microsoft.com/office/officeart/2018/2/layout/IconLabelList"/>
    <dgm:cxn modelId="{27EA5F62-235D-4FFA-B230-05C10FA422D9}" type="presOf" srcId="{CEBC696E-94E8-4C5B-AF42-9D89167707A7}" destId="{317725E8-D82A-4500-B2FE-5BD667C5E297}" srcOrd="0" destOrd="0" presId="urn:microsoft.com/office/officeart/2018/2/layout/IconLabelList"/>
    <dgm:cxn modelId="{87F7A342-4865-43A6-A434-724AFB06970E}" type="presOf" srcId="{6599EBB8-BE0A-4E62-92EF-511E6820DAF9}" destId="{093FD1A4-8887-4E2A-B5B6-49CB4A0B8E7A}" srcOrd="0" destOrd="0" presId="urn:microsoft.com/office/officeart/2018/2/layout/IconLabelList"/>
    <dgm:cxn modelId="{D3BD666A-E0D0-4872-80B6-9B5199927FFE}" srcId="{22DE3245-40E7-4DC0-9E87-75D041618260}" destId="{5F4E5272-546C-4C5D-B284-3B0C7AED1E90}" srcOrd="2" destOrd="0" parTransId="{6A6BB203-163D-40EE-8618-03EF3E6B98BB}" sibTransId="{2986887D-6584-4FD5-BB73-629E6B47E304}"/>
    <dgm:cxn modelId="{246B8A73-F816-4AA2-85E7-B7F45B2EA8A8}" srcId="{22DE3245-40E7-4DC0-9E87-75D041618260}" destId="{6723EDCD-47E0-46B8-BE6B-D0C45F25EBCF}" srcOrd="4" destOrd="0" parTransId="{01C2D785-F7D3-4B4A-969B-F64E699EAF8F}" sibTransId="{CDD0AC77-F049-40E4-93CE-6FEDEF08443A}"/>
    <dgm:cxn modelId="{7F28C980-2547-4123-96ED-AAF2A2ED41B6}" type="presOf" srcId="{5F4E5272-546C-4C5D-B284-3B0C7AED1E90}" destId="{30A748DB-A3A8-4709-B983-A8D841AB2F91}" srcOrd="0" destOrd="0" presId="urn:microsoft.com/office/officeart/2018/2/layout/IconLabelList"/>
    <dgm:cxn modelId="{7509E292-11B4-442F-927E-8CC20B433F5C}" type="presOf" srcId="{6723EDCD-47E0-46B8-BE6B-D0C45F25EBCF}" destId="{ACD11FEC-8135-4AAF-9B20-234D6F7E2FB6}" srcOrd="0" destOrd="0" presId="urn:microsoft.com/office/officeart/2018/2/layout/IconLabelList"/>
    <dgm:cxn modelId="{DA93D995-144C-4FF5-8EE7-43D1FD42A1E2}" type="presOf" srcId="{AC5566B5-E2DA-4A86-81F1-72C507E9BAA1}" destId="{1A11FFE5-F27C-4D83-8CBB-863F8A8A9593}" srcOrd="0" destOrd="0" presId="urn:microsoft.com/office/officeart/2018/2/layout/IconLabelList"/>
    <dgm:cxn modelId="{7BF8FA97-7766-4003-8FAF-F712B2A42EF5}" srcId="{22DE3245-40E7-4DC0-9E87-75D041618260}" destId="{7BCC2806-99F0-4A06-B354-A35673172435}" srcOrd="0" destOrd="0" parTransId="{644756D3-3F42-4421-9101-E68EFFE37E87}" sibTransId="{7CFAE4DC-E078-4D32-BD60-261D639CFE53}"/>
    <dgm:cxn modelId="{CBF19AB9-4B13-4D5A-8A2C-0989D71CCEBC}" type="presOf" srcId="{6F61CA9C-79A2-454B-B3F8-DD768BDCEF0E}" destId="{B241BE43-C4A7-4F10-A76D-F72D34558DA0}" srcOrd="0" destOrd="0" presId="urn:microsoft.com/office/officeart/2018/2/layout/IconLabelList"/>
    <dgm:cxn modelId="{30CA75BB-C0D3-4DFD-872A-26A653846673}" srcId="{22DE3245-40E7-4DC0-9E87-75D041618260}" destId="{CEBC696E-94E8-4C5B-AF42-9D89167707A7}" srcOrd="3" destOrd="0" parTransId="{B06378D4-E349-4593-8E1B-BFBE1B8697CB}" sibTransId="{929D5E33-8283-40B3-9807-CBB7C6B6FA92}"/>
    <dgm:cxn modelId="{2131F8C1-8424-41DA-97A2-C3AC67AB64A8}" type="presOf" srcId="{7BCC2806-99F0-4A06-B354-A35673172435}" destId="{8FB6B38D-9DDC-46FD-BA6A-6398851D43BD}" srcOrd="0" destOrd="0" presId="urn:microsoft.com/office/officeart/2018/2/layout/IconLabelList"/>
    <dgm:cxn modelId="{712F6AD7-476E-4ECB-AB0F-26CDFF827887}" srcId="{22DE3245-40E7-4DC0-9E87-75D041618260}" destId="{6599EBB8-BE0A-4E62-92EF-511E6820DAF9}" srcOrd="6" destOrd="0" parTransId="{7C8CFDE3-AE8B-401D-B6E2-C4F533950734}" sibTransId="{F3E28C2E-FCC7-4E03-B37C-EF1FC07E5460}"/>
    <dgm:cxn modelId="{5D6DF3D8-8AB5-4615-82B2-B336BCAF0759}" srcId="{22DE3245-40E7-4DC0-9E87-75D041618260}" destId="{AC5566B5-E2DA-4A86-81F1-72C507E9BAA1}" srcOrd="7" destOrd="0" parTransId="{44C177D5-7F10-4DB2-95A7-F39DBF48B625}" sibTransId="{60ECBAA9-353C-4DF9-96D6-038C34253D0A}"/>
    <dgm:cxn modelId="{062869DF-B38C-4D02-8B74-074F4E016DA9}" srcId="{22DE3245-40E7-4DC0-9E87-75D041618260}" destId="{32EA7AD0-3480-419C-90A2-6508A46B69E0}" srcOrd="1" destOrd="0" parTransId="{A798C556-C7D3-49ED-A72C-F776A599365A}" sibTransId="{D5788613-FB53-4025-AF94-77BB083F7B7E}"/>
    <dgm:cxn modelId="{ABB9E838-512B-41A6-B53C-711C42240EBB}" type="presParOf" srcId="{7DC44B84-63DD-46FB-A145-BC0B57F5EF32}" destId="{9354CF22-93E0-43A8-8928-8A1119354DE8}" srcOrd="0" destOrd="0" presId="urn:microsoft.com/office/officeart/2018/2/layout/IconLabelList"/>
    <dgm:cxn modelId="{3A5CD390-5743-464B-8AE4-01B23952B50A}" type="presParOf" srcId="{9354CF22-93E0-43A8-8928-8A1119354DE8}" destId="{1D2E6608-7033-44B4-B2B0-346BB16CAB00}" srcOrd="0" destOrd="0" presId="urn:microsoft.com/office/officeart/2018/2/layout/IconLabelList"/>
    <dgm:cxn modelId="{A04DC66D-173A-4689-8A43-9088821AA510}" type="presParOf" srcId="{9354CF22-93E0-43A8-8928-8A1119354DE8}" destId="{98406DB3-942B-4ADF-9A8D-FE365CE2394C}" srcOrd="1" destOrd="0" presId="urn:microsoft.com/office/officeart/2018/2/layout/IconLabelList"/>
    <dgm:cxn modelId="{543B02FD-5F5C-404B-A48B-4E19BA6E2D5D}" type="presParOf" srcId="{9354CF22-93E0-43A8-8928-8A1119354DE8}" destId="{8FB6B38D-9DDC-46FD-BA6A-6398851D43BD}" srcOrd="2" destOrd="0" presId="urn:microsoft.com/office/officeart/2018/2/layout/IconLabelList"/>
    <dgm:cxn modelId="{9604B625-0BED-478F-802D-C422ECC73795}" type="presParOf" srcId="{7DC44B84-63DD-46FB-A145-BC0B57F5EF32}" destId="{8DFE603A-0784-4233-A5EF-22057058FED3}" srcOrd="1" destOrd="0" presId="urn:microsoft.com/office/officeart/2018/2/layout/IconLabelList"/>
    <dgm:cxn modelId="{71DF149F-F02D-494A-B8C4-B64A08CC73C9}" type="presParOf" srcId="{7DC44B84-63DD-46FB-A145-BC0B57F5EF32}" destId="{204F5A1A-09C3-4907-8A9A-6997140D2584}" srcOrd="2" destOrd="0" presId="urn:microsoft.com/office/officeart/2018/2/layout/IconLabelList"/>
    <dgm:cxn modelId="{D0D0CB8C-5501-49CE-9426-6DFD4E9FB517}" type="presParOf" srcId="{204F5A1A-09C3-4907-8A9A-6997140D2584}" destId="{22E90A75-6157-4E57-8B4F-C7C2078C17EC}" srcOrd="0" destOrd="0" presId="urn:microsoft.com/office/officeart/2018/2/layout/IconLabelList"/>
    <dgm:cxn modelId="{D251C94A-A755-421B-9F8C-90A7D79C46F0}" type="presParOf" srcId="{204F5A1A-09C3-4907-8A9A-6997140D2584}" destId="{08ECFAD2-16E4-4446-982D-0A32D4C6C0D1}" srcOrd="1" destOrd="0" presId="urn:microsoft.com/office/officeart/2018/2/layout/IconLabelList"/>
    <dgm:cxn modelId="{C178AFFC-0E22-46C2-9A29-595E2306218E}" type="presParOf" srcId="{204F5A1A-09C3-4907-8A9A-6997140D2584}" destId="{447767B4-2DBB-40AE-A7BC-CF01E59F6846}" srcOrd="2" destOrd="0" presId="urn:microsoft.com/office/officeart/2018/2/layout/IconLabelList"/>
    <dgm:cxn modelId="{D9C62A0A-C5C2-4569-9089-232AF69E6A01}" type="presParOf" srcId="{7DC44B84-63DD-46FB-A145-BC0B57F5EF32}" destId="{29E914D7-8BBA-4C89-B6C9-5A4B102FD53C}" srcOrd="3" destOrd="0" presId="urn:microsoft.com/office/officeart/2018/2/layout/IconLabelList"/>
    <dgm:cxn modelId="{BFC039FF-41B8-486D-9E82-41560CFAE505}" type="presParOf" srcId="{7DC44B84-63DD-46FB-A145-BC0B57F5EF32}" destId="{B6873A59-6E0F-4A0C-9A08-294076B26C03}" srcOrd="4" destOrd="0" presId="urn:microsoft.com/office/officeart/2018/2/layout/IconLabelList"/>
    <dgm:cxn modelId="{6DF36BAE-2767-4D89-8179-4540594C9E69}" type="presParOf" srcId="{B6873A59-6E0F-4A0C-9A08-294076B26C03}" destId="{186C7FE7-62D4-43CB-B1A1-1A925367E59F}" srcOrd="0" destOrd="0" presId="urn:microsoft.com/office/officeart/2018/2/layout/IconLabelList"/>
    <dgm:cxn modelId="{28CA3C1E-1595-46A4-93C7-62CD64E670B5}" type="presParOf" srcId="{B6873A59-6E0F-4A0C-9A08-294076B26C03}" destId="{934E1F5A-389E-4D39-98BC-EA241145F0D8}" srcOrd="1" destOrd="0" presId="urn:microsoft.com/office/officeart/2018/2/layout/IconLabelList"/>
    <dgm:cxn modelId="{11373153-5A67-44B4-96AB-BF48C08FB37E}" type="presParOf" srcId="{B6873A59-6E0F-4A0C-9A08-294076B26C03}" destId="{30A748DB-A3A8-4709-B983-A8D841AB2F91}" srcOrd="2" destOrd="0" presId="urn:microsoft.com/office/officeart/2018/2/layout/IconLabelList"/>
    <dgm:cxn modelId="{17D7F4BB-5902-43D0-AA3F-312909639DCF}" type="presParOf" srcId="{7DC44B84-63DD-46FB-A145-BC0B57F5EF32}" destId="{D8B21678-D5B2-4942-B932-4E2AA6B6554B}" srcOrd="5" destOrd="0" presId="urn:microsoft.com/office/officeart/2018/2/layout/IconLabelList"/>
    <dgm:cxn modelId="{C7B222F5-963F-4144-94C6-71E4AC00BB2A}" type="presParOf" srcId="{7DC44B84-63DD-46FB-A145-BC0B57F5EF32}" destId="{7FFC81D8-59C0-4CFF-AF90-B5FB9E92FB86}" srcOrd="6" destOrd="0" presId="urn:microsoft.com/office/officeart/2018/2/layout/IconLabelList"/>
    <dgm:cxn modelId="{1E779B28-63AE-4D48-B3C0-E0DB801725B3}" type="presParOf" srcId="{7FFC81D8-59C0-4CFF-AF90-B5FB9E92FB86}" destId="{8D7FB0D3-88BE-435D-AA2C-06BABB6013E1}" srcOrd="0" destOrd="0" presId="urn:microsoft.com/office/officeart/2018/2/layout/IconLabelList"/>
    <dgm:cxn modelId="{92A50F66-8317-4F01-BC11-6148CE704BE8}" type="presParOf" srcId="{7FFC81D8-59C0-4CFF-AF90-B5FB9E92FB86}" destId="{9A0AA885-8674-44FA-828A-D6944BCC2687}" srcOrd="1" destOrd="0" presId="urn:microsoft.com/office/officeart/2018/2/layout/IconLabelList"/>
    <dgm:cxn modelId="{DAC1B58C-5F9C-4ECA-BE53-D0FA46A6F005}" type="presParOf" srcId="{7FFC81D8-59C0-4CFF-AF90-B5FB9E92FB86}" destId="{317725E8-D82A-4500-B2FE-5BD667C5E297}" srcOrd="2" destOrd="0" presId="urn:microsoft.com/office/officeart/2018/2/layout/IconLabelList"/>
    <dgm:cxn modelId="{B2901B50-6E0E-4589-A7F0-B68831CFA93D}" type="presParOf" srcId="{7DC44B84-63DD-46FB-A145-BC0B57F5EF32}" destId="{0B625CD2-CF91-4FBC-9A04-B82B8CBD852F}" srcOrd="7" destOrd="0" presId="urn:microsoft.com/office/officeart/2018/2/layout/IconLabelList"/>
    <dgm:cxn modelId="{BEF86597-4338-4A05-A6E9-DDA03436CD6F}" type="presParOf" srcId="{7DC44B84-63DD-46FB-A145-BC0B57F5EF32}" destId="{29E431D4-EED3-4951-BB64-CE070DC8B286}" srcOrd="8" destOrd="0" presId="urn:microsoft.com/office/officeart/2018/2/layout/IconLabelList"/>
    <dgm:cxn modelId="{60145A7A-E9D5-474B-8D58-C058CC954BA0}" type="presParOf" srcId="{29E431D4-EED3-4951-BB64-CE070DC8B286}" destId="{F361E8FB-20F4-433B-AF40-1F72E39D8DF4}" srcOrd="0" destOrd="0" presId="urn:microsoft.com/office/officeart/2018/2/layout/IconLabelList"/>
    <dgm:cxn modelId="{E3B27CFD-1560-4081-9B66-95B3B9ADBCAB}" type="presParOf" srcId="{29E431D4-EED3-4951-BB64-CE070DC8B286}" destId="{C84E7151-BB84-416A-BA08-71C9721E9D14}" srcOrd="1" destOrd="0" presId="urn:microsoft.com/office/officeart/2018/2/layout/IconLabelList"/>
    <dgm:cxn modelId="{B20E2FB7-DF69-4765-974C-5D4F1D5E43A0}" type="presParOf" srcId="{29E431D4-EED3-4951-BB64-CE070DC8B286}" destId="{ACD11FEC-8135-4AAF-9B20-234D6F7E2FB6}" srcOrd="2" destOrd="0" presId="urn:microsoft.com/office/officeart/2018/2/layout/IconLabelList"/>
    <dgm:cxn modelId="{A1F10B83-84FE-4FF4-AAA0-4E817541F9F0}" type="presParOf" srcId="{7DC44B84-63DD-46FB-A145-BC0B57F5EF32}" destId="{4BCD7B79-2505-4A26-B6B3-60ACEB8B0746}" srcOrd="9" destOrd="0" presId="urn:microsoft.com/office/officeart/2018/2/layout/IconLabelList"/>
    <dgm:cxn modelId="{FFB93370-8395-4DDC-8B23-B2794A1427F4}" type="presParOf" srcId="{7DC44B84-63DD-46FB-A145-BC0B57F5EF32}" destId="{E0197592-F715-4F5A-A9FF-F6B217072354}" srcOrd="10" destOrd="0" presId="urn:microsoft.com/office/officeart/2018/2/layout/IconLabelList"/>
    <dgm:cxn modelId="{E6F1E47E-B6D5-45EB-8E06-FD48B58E3F0D}" type="presParOf" srcId="{E0197592-F715-4F5A-A9FF-F6B217072354}" destId="{B5022800-5AFE-4FA7-9E7E-F470690C47D4}" srcOrd="0" destOrd="0" presId="urn:microsoft.com/office/officeart/2018/2/layout/IconLabelList"/>
    <dgm:cxn modelId="{6F0AA208-CF41-42F9-8C5C-7D926CD996E5}" type="presParOf" srcId="{E0197592-F715-4F5A-A9FF-F6B217072354}" destId="{A6D8FCEB-D11F-42E2-80B2-EDC5700917E2}" srcOrd="1" destOrd="0" presId="urn:microsoft.com/office/officeart/2018/2/layout/IconLabelList"/>
    <dgm:cxn modelId="{0B264689-BC00-4950-9DFC-8C5BBBEC72C7}" type="presParOf" srcId="{E0197592-F715-4F5A-A9FF-F6B217072354}" destId="{B241BE43-C4A7-4F10-A76D-F72D34558DA0}" srcOrd="2" destOrd="0" presId="urn:microsoft.com/office/officeart/2018/2/layout/IconLabelList"/>
    <dgm:cxn modelId="{FC93D777-EA9D-4A70-8EEA-68D56D28C0A0}" type="presParOf" srcId="{7DC44B84-63DD-46FB-A145-BC0B57F5EF32}" destId="{CDC302B0-85BA-4BF6-86FB-ECAB427AF58A}" srcOrd="11" destOrd="0" presId="urn:microsoft.com/office/officeart/2018/2/layout/IconLabelList"/>
    <dgm:cxn modelId="{CE20FA5B-102B-4E94-9D6F-91B3A674CA0E}" type="presParOf" srcId="{7DC44B84-63DD-46FB-A145-BC0B57F5EF32}" destId="{CD7BF5A8-B1E4-4006-AADA-CB93AF5C9B47}" srcOrd="12" destOrd="0" presId="urn:microsoft.com/office/officeart/2018/2/layout/IconLabelList"/>
    <dgm:cxn modelId="{FF11B371-4527-4027-8B8F-7A5E704BF628}" type="presParOf" srcId="{CD7BF5A8-B1E4-4006-AADA-CB93AF5C9B47}" destId="{BB107C38-0071-4A47-961E-6F94904648D4}" srcOrd="0" destOrd="0" presId="urn:microsoft.com/office/officeart/2018/2/layout/IconLabelList"/>
    <dgm:cxn modelId="{22DCF3FA-247C-4CC2-9FC8-40CBD57E8AA2}" type="presParOf" srcId="{CD7BF5A8-B1E4-4006-AADA-CB93AF5C9B47}" destId="{DE0074AB-FFED-4FC6-AD3A-47E2CA3D80A3}" srcOrd="1" destOrd="0" presId="urn:microsoft.com/office/officeart/2018/2/layout/IconLabelList"/>
    <dgm:cxn modelId="{C5D6C685-5CA3-4EBF-BF99-AB768CB7BED5}" type="presParOf" srcId="{CD7BF5A8-B1E4-4006-AADA-CB93AF5C9B47}" destId="{093FD1A4-8887-4E2A-B5B6-49CB4A0B8E7A}" srcOrd="2" destOrd="0" presId="urn:microsoft.com/office/officeart/2018/2/layout/IconLabelList"/>
    <dgm:cxn modelId="{1535A4A6-178B-4898-9D4A-8E0E3080B317}" type="presParOf" srcId="{7DC44B84-63DD-46FB-A145-BC0B57F5EF32}" destId="{5E1D57DF-385A-4DA3-BAA6-20EE5DA79DF8}" srcOrd="13" destOrd="0" presId="urn:microsoft.com/office/officeart/2018/2/layout/IconLabelList"/>
    <dgm:cxn modelId="{0F9A3058-4193-4861-A413-6B5CCF07D532}" type="presParOf" srcId="{7DC44B84-63DD-46FB-A145-BC0B57F5EF32}" destId="{5FBF7C0F-4372-4397-99BB-39006824C205}" srcOrd="14" destOrd="0" presId="urn:microsoft.com/office/officeart/2018/2/layout/IconLabelList"/>
    <dgm:cxn modelId="{EAFB9208-B335-41C4-8314-3CF3424CA867}" type="presParOf" srcId="{5FBF7C0F-4372-4397-99BB-39006824C205}" destId="{55F06000-2593-4CB4-BF18-D442029E0F7F}" srcOrd="0" destOrd="0" presId="urn:microsoft.com/office/officeart/2018/2/layout/IconLabelList"/>
    <dgm:cxn modelId="{1D5142F7-2E0D-42A6-8A0C-D223B444D395}" type="presParOf" srcId="{5FBF7C0F-4372-4397-99BB-39006824C205}" destId="{1425B3F1-2021-4D9B-8C1B-2E5C12ED346D}" srcOrd="1" destOrd="0" presId="urn:microsoft.com/office/officeart/2018/2/layout/IconLabelList"/>
    <dgm:cxn modelId="{5DCB52A7-8B2A-49B0-B30B-2001AF2305E3}" type="presParOf" srcId="{5FBF7C0F-4372-4397-99BB-39006824C205}" destId="{1A11FFE5-F27C-4D83-8CBB-863F8A8A95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079041-80CC-4513-A90F-8F309555B9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9A69DC-D29E-49D2-8B4A-EE78D230DBF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 dirty="0"/>
            <a:t>- Segmentation produces multiple foreground regions</a:t>
          </a:r>
        </a:p>
        <a:p>
          <a:pPr>
            <a:lnSpc>
              <a:spcPct val="100000"/>
            </a:lnSpc>
          </a:pPr>
          <a:r>
            <a:rPr lang="en-US" b="0" i="0" u="none" dirty="0"/>
            <a:t>- Each region consists of connected pixels</a:t>
          </a:r>
          <a:br>
            <a:rPr lang="en-US" b="0" i="0" u="none" dirty="0"/>
          </a:br>
          <a:endParaRPr lang="en-US" b="0" i="0" u="none" dirty="0"/>
        </a:p>
        <a:p>
          <a:pPr>
            <a:lnSpc>
              <a:spcPct val="100000"/>
            </a:lnSpc>
          </a:pPr>
          <a:r>
            <a:rPr lang="en-US" b="0" i="0" u="none" dirty="0"/>
            <a:t>-These regions may represent real objects or noise </a:t>
          </a:r>
          <a:endParaRPr lang="en-CA" b="0" i="0" u="none" dirty="0"/>
        </a:p>
        <a:p>
          <a:pPr>
            <a:lnSpc>
              <a:spcPct val="100000"/>
            </a:lnSpc>
          </a:pPr>
          <a:r>
            <a:rPr lang="en-US" b="0" i="0" u="none" dirty="0"/>
            <a:t>- Connected component analysis identifies each region as a separate object</a:t>
          </a:r>
        </a:p>
        <a:p>
          <a:pPr>
            <a:lnSpc>
              <a:spcPct val="100000"/>
            </a:lnSpc>
          </a:pPr>
          <a:r>
            <a:rPr lang="en-US" b="0" i="0" u="none" dirty="0"/>
            <a:t>-This prepares those regions for area-based filtering </a:t>
          </a:r>
          <a:endParaRPr lang="en-CA" dirty="0"/>
        </a:p>
      </dgm:t>
    </dgm:pt>
    <dgm:pt modelId="{90F348F1-0F3B-4924-8611-2C98DE30DA67}" type="parTrans" cxnId="{79B51EDA-6F08-455A-B266-8981343F46C5}">
      <dgm:prSet/>
      <dgm:spPr/>
      <dgm:t>
        <a:bodyPr/>
        <a:lstStyle/>
        <a:p>
          <a:endParaRPr lang="en-CA"/>
        </a:p>
      </dgm:t>
    </dgm:pt>
    <dgm:pt modelId="{53ECFA3D-C7F0-47CA-A67D-4E717E8C6994}" type="sibTrans" cxnId="{79B51EDA-6F08-455A-B266-8981343F46C5}">
      <dgm:prSet/>
      <dgm:spPr/>
      <dgm:t>
        <a:bodyPr/>
        <a:lstStyle/>
        <a:p>
          <a:endParaRPr lang="en-CA"/>
        </a:p>
      </dgm:t>
    </dgm:pt>
    <dgm:pt modelId="{4CAF5724-DAFD-4554-BE26-585492A549AF}" type="pres">
      <dgm:prSet presAssocID="{3A079041-80CC-4513-A90F-8F309555B94A}" presName="root" presStyleCnt="0">
        <dgm:presLayoutVars>
          <dgm:dir/>
          <dgm:resizeHandles val="exact"/>
        </dgm:presLayoutVars>
      </dgm:prSet>
      <dgm:spPr/>
    </dgm:pt>
    <dgm:pt modelId="{48010220-BE40-4876-A6DF-198A819542AA}" type="pres">
      <dgm:prSet presAssocID="{CB9A69DC-D29E-49D2-8B4A-EE78D230DBFD}" presName="compNode" presStyleCnt="0"/>
      <dgm:spPr/>
    </dgm:pt>
    <dgm:pt modelId="{21A5A630-D191-428C-8245-CBB73030302A}" type="pres">
      <dgm:prSet presAssocID="{CB9A69DC-D29E-49D2-8B4A-EE78D230DBFD}" presName="bgRect" presStyleLbl="bgShp" presStyleIdx="0" presStyleCnt="1"/>
      <dgm:spPr/>
    </dgm:pt>
    <dgm:pt modelId="{F9F3222C-27E9-4D5D-BF76-6DA18167211B}" type="pres">
      <dgm:prSet presAssocID="{CB9A69DC-D29E-49D2-8B4A-EE78D230DBFD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629A3C1D-0FCB-47A2-9137-44A3EB2310E8}" type="pres">
      <dgm:prSet presAssocID="{CB9A69DC-D29E-49D2-8B4A-EE78D230DBFD}" presName="spaceRect" presStyleCnt="0"/>
      <dgm:spPr/>
    </dgm:pt>
    <dgm:pt modelId="{3B88F171-2D2E-4699-8AD5-C92828A9E007}" type="pres">
      <dgm:prSet presAssocID="{CB9A69DC-D29E-49D2-8B4A-EE78D230DBFD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2EF3D371-8537-44D5-A218-1BB5DE70DD21}" type="presOf" srcId="{CB9A69DC-D29E-49D2-8B4A-EE78D230DBFD}" destId="{3B88F171-2D2E-4699-8AD5-C92828A9E007}" srcOrd="0" destOrd="0" presId="urn:microsoft.com/office/officeart/2018/2/layout/IconVerticalSolidList"/>
    <dgm:cxn modelId="{B4FA8287-BE60-494A-9613-63A9FB30669C}" type="presOf" srcId="{3A079041-80CC-4513-A90F-8F309555B94A}" destId="{4CAF5724-DAFD-4554-BE26-585492A549AF}" srcOrd="0" destOrd="0" presId="urn:microsoft.com/office/officeart/2018/2/layout/IconVerticalSolidList"/>
    <dgm:cxn modelId="{79B51EDA-6F08-455A-B266-8981343F46C5}" srcId="{3A079041-80CC-4513-A90F-8F309555B94A}" destId="{CB9A69DC-D29E-49D2-8B4A-EE78D230DBFD}" srcOrd="0" destOrd="0" parTransId="{90F348F1-0F3B-4924-8611-2C98DE30DA67}" sibTransId="{53ECFA3D-C7F0-47CA-A67D-4E717E8C6994}"/>
    <dgm:cxn modelId="{3A971CA5-9E73-4236-9EEB-00B06318245C}" type="presParOf" srcId="{4CAF5724-DAFD-4554-BE26-585492A549AF}" destId="{48010220-BE40-4876-A6DF-198A819542AA}" srcOrd="0" destOrd="0" presId="urn:microsoft.com/office/officeart/2018/2/layout/IconVerticalSolidList"/>
    <dgm:cxn modelId="{310FAEE9-DFB7-401F-B62B-5C09CBAA2465}" type="presParOf" srcId="{48010220-BE40-4876-A6DF-198A819542AA}" destId="{21A5A630-D191-428C-8245-CBB73030302A}" srcOrd="0" destOrd="0" presId="urn:microsoft.com/office/officeart/2018/2/layout/IconVerticalSolidList"/>
    <dgm:cxn modelId="{2BE57ACC-06C4-4681-B70C-D3133B26B2CB}" type="presParOf" srcId="{48010220-BE40-4876-A6DF-198A819542AA}" destId="{F9F3222C-27E9-4D5D-BF76-6DA18167211B}" srcOrd="1" destOrd="0" presId="urn:microsoft.com/office/officeart/2018/2/layout/IconVerticalSolidList"/>
    <dgm:cxn modelId="{1F3C9CD3-9CC5-4332-81DA-337ABFA43DB0}" type="presParOf" srcId="{48010220-BE40-4876-A6DF-198A819542AA}" destId="{629A3C1D-0FCB-47A2-9137-44A3EB2310E8}" srcOrd="2" destOrd="0" presId="urn:microsoft.com/office/officeart/2018/2/layout/IconVerticalSolidList"/>
    <dgm:cxn modelId="{13350FE6-EF97-42E7-AB82-55E9EAAA7C3B}" type="presParOf" srcId="{48010220-BE40-4876-A6DF-198A819542AA}" destId="{3B88F171-2D2E-4699-8AD5-C92828A9E0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389B0A-96C8-4EFF-9034-9B903830E379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8D9479-9EE9-46DE-B52A-2EB40D6BB51E}">
      <dgm:prSet/>
      <dgm:spPr/>
      <dgm:t>
        <a:bodyPr/>
        <a:lstStyle/>
        <a:p>
          <a:r>
            <a:rPr lang="en-US"/>
            <a:t>4-Connectivity: </a:t>
          </a:r>
        </a:p>
      </dgm:t>
    </dgm:pt>
    <dgm:pt modelId="{9D5561F4-3AF7-402C-B568-4B6C2810DCB4}" type="parTrans" cxnId="{10C1C6B5-0F15-4F23-A3AC-6B88CA9E1038}">
      <dgm:prSet/>
      <dgm:spPr/>
      <dgm:t>
        <a:bodyPr/>
        <a:lstStyle/>
        <a:p>
          <a:endParaRPr lang="en-US"/>
        </a:p>
      </dgm:t>
    </dgm:pt>
    <dgm:pt modelId="{B3A82C53-7E26-4644-9E40-43EEA0654860}" type="sibTrans" cxnId="{10C1C6B5-0F15-4F23-A3AC-6B88CA9E1038}">
      <dgm:prSet/>
      <dgm:spPr/>
      <dgm:t>
        <a:bodyPr/>
        <a:lstStyle/>
        <a:p>
          <a:endParaRPr lang="en-US"/>
        </a:p>
      </dgm:t>
    </dgm:pt>
    <dgm:pt modelId="{98823CC2-C98D-4341-853E-9036C6BE89AD}">
      <dgm:prSet/>
      <dgm:spPr/>
      <dgm:t>
        <a:bodyPr/>
        <a:lstStyle/>
        <a:p>
          <a:r>
            <a:rPr lang="en-US"/>
            <a:t>Pixels connect only up, down, left, right</a:t>
          </a:r>
        </a:p>
      </dgm:t>
    </dgm:pt>
    <dgm:pt modelId="{A4B24097-00F7-4D6F-BA31-3D7A9A5BC34F}" type="parTrans" cxnId="{E48186E7-8859-41A5-8D4E-13C4B84B29F5}">
      <dgm:prSet/>
      <dgm:spPr/>
      <dgm:t>
        <a:bodyPr/>
        <a:lstStyle/>
        <a:p>
          <a:endParaRPr lang="en-US"/>
        </a:p>
      </dgm:t>
    </dgm:pt>
    <dgm:pt modelId="{BBDF146B-25D3-41F3-99F7-C2558287734A}" type="sibTrans" cxnId="{E48186E7-8859-41A5-8D4E-13C4B84B29F5}">
      <dgm:prSet/>
      <dgm:spPr/>
      <dgm:t>
        <a:bodyPr/>
        <a:lstStyle/>
        <a:p>
          <a:endParaRPr lang="en-US"/>
        </a:p>
      </dgm:t>
    </dgm:pt>
    <dgm:pt modelId="{A2BC6AAF-33F2-449D-9DAA-89843D243F44}">
      <dgm:prSet/>
      <dgm:spPr/>
      <dgm:t>
        <a:bodyPr/>
        <a:lstStyle/>
        <a:p>
          <a:r>
            <a:rPr lang="en-US"/>
            <a:t>Diagonal pixels are not connected</a:t>
          </a:r>
        </a:p>
      </dgm:t>
    </dgm:pt>
    <dgm:pt modelId="{C050696C-049B-4315-A2A9-039F4A909DB2}" type="parTrans" cxnId="{C919C560-BE70-4E66-AD0B-64E1BC49F8F7}">
      <dgm:prSet/>
      <dgm:spPr/>
      <dgm:t>
        <a:bodyPr/>
        <a:lstStyle/>
        <a:p>
          <a:endParaRPr lang="en-US"/>
        </a:p>
      </dgm:t>
    </dgm:pt>
    <dgm:pt modelId="{0838B5A5-4B48-4743-B420-5842CCD13FB6}" type="sibTrans" cxnId="{C919C560-BE70-4E66-AD0B-64E1BC49F8F7}">
      <dgm:prSet/>
      <dgm:spPr/>
      <dgm:t>
        <a:bodyPr/>
        <a:lstStyle/>
        <a:p>
          <a:endParaRPr lang="en-US"/>
        </a:p>
      </dgm:t>
    </dgm:pt>
    <dgm:pt modelId="{3FE7D8AA-3AFA-44EB-97F7-236A3CE3A833}">
      <dgm:prSet/>
      <dgm:spPr/>
      <dgm:t>
        <a:bodyPr/>
        <a:lstStyle/>
        <a:p>
          <a:r>
            <a:rPr lang="en-US"/>
            <a:t>Can split objects into multiple parts</a:t>
          </a:r>
        </a:p>
      </dgm:t>
    </dgm:pt>
    <dgm:pt modelId="{492293FC-2490-4D71-B484-0B9AB8A0B264}" type="parTrans" cxnId="{E4D08757-3F82-43F0-99FC-2EF5D6B1CB58}">
      <dgm:prSet/>
      <dgm:spPr/>
      <dgm:t>
        <a:bodyPr/>
        <a:lstStyle/>
        <a:p>
          <a:endParaRPr lang="en-US"/>
        </a:p>
      </dgm:t>
    </dgm:pt>
    <dgm:pt modelId="{879ACAC1-68EE-4404-9C89-306FDA21C05B}" type="sibTrans" cxnId="{E4D08757-3F82-43F0-99FC-2EF5D6B1CB58}">
      <dgm:prSet/>
      <dgm:spPr/>
      <dgm:t>
        <a:bodyPr/>
        <a:lstStyle/>
        <a:p>
          <a:endParaRPr lang="en-US"/>
        </a:p>
      </dgm:t>
    </dgm:pt>
    <dgm:pt modelId="{E5BC2548-0D0F-4138-8AF8-26AEF44EFE68}">
      <dgm:prSet/>
      <dgm:spPr/>
      <dgm:t>
        <a:bodyPr/>
        <a:lstStyle/>
        <a:p>
          <a:r>
            <a:rPr lang="en-US"/>
            <a:t>Leads to incorrect area measurements</a:t>
          </a:r>
        </a:p>
      </dgm:t>
    </dgm:pt>
    <dgm:pt modelId="{149CCF49-55D4-4629-BFCB-FA1CE98748DC}" type="parTrans" cxnId="{F55B5AFA-7854-4F09-AAB4-7351F43D71AC}">
      <dgm:prSet/>
      <dgm:spPr/>
      <dgm:t>
        <a:bodyPr/>
        <a:lstStyle/>
        <a:p>
          <a:endParaRPr lang="en-US"/>
        </a:p>
      </dgm:t>
    </dgm:pt>
    <dgm:pt modelId="{EA678605-EB1F-4E90-B652-3427BD196ED2}" type="sibTrans" cxnId="{F55B5AFA-7854-4F09-AAB4-7351F43D71AC}">
      <dgm:prSet/>
      <dgm:spPr/>
      <dgm:t>
        <a:bodyPr/>
        <a:lstStyle/>
        <a:p>
          <a:endParaRPr lang="en-US"/>
        </a:p>
      </dgm:t>
    </dgm:pt>
    <dgm:pt modelId="{12A5AF1C-F5BA-4123-B42F-B79768E9CE81}">
      <dgm:prSet/>
      <dgm:spPr/>
      <dgm:t>
        <a:bodyPr/>
        <a:lstStyle/>
        <a:p>
          <a:r>
            <a:rPr lang="en-US"/>
            <a:t>8-Connectivity: </a:t>
          </a:r>
        </a:p>
      </dgm:t>
    </dgm:pt>
    <dgm:pt modelId="{AC1148B2-E861-45FA-A1A7-408F6BF36481}" type="parTrans" cxnId="{E2899F7D-AD9B-45EA-AFD6-CD48F52C162D}">
      <dgm:prSet/>
      <dgm:spPr/>
      <dgm:t>
        <a:bodyPr/>
        <a:lstStyle/>
        <a:p>
          <a:endParaRPr lang="en-US"/>
        </a:p>
      </dgm:t>
    </dgm:pt>
    <dgm:pt modelId="{E8CE37AC-854A-4A34-B8DF-0375ADFA7783}" type="sibTrans" cxnId="{E2899F7D-AD9B-45EA-AFD6-CD48F52C162D}">
      <dgm:prSet/>
      <dgm:spPr/>
      <dgm:t>
        <a:bodyPr/>
        <a:lstStyle/>
        <a:p>
          <a:endParaRPr lang="en-US"/>
        </a:p>
      </dgm:t>
    </dgm:pt>
    <dgm:pt modelId="{44D3BA98-8497-4FED-992D-C7647A21690A}">
      <dgm:prSet/>
      <dgm:spPr/>
      <dgm:t>
        <a:bodyPr/>
        <a:lstStyle/>
        <a:p>
          <a:r>
            <a:rPr lang="en-US"/>
            <a:t>Pixels connect including diagonals</a:t>
          </a:r>
        </a:p>
      </dgm:t>
    </dgm:pt>
    <dgm:pt modelId="{42035B3D-C036-48A0-875A-8C06A4D80452}" type="parTrans" cxnId="{529B7D52-C4F9-45ED-AE4A-0D8C3507A336}">
      <dgm:prSet/>
      <dgm:spPr/>
      <dgm:t>
        <a:bodyPr/>
        <a:lstStyle/>
        <a:p>
          <a:endParaRPr lang="en-US"/>
        </a:p>
      </dgm:t>
    </dgm:pt>
    <dgm:pt modelId="{54C6C490-180B-4763-A63A-CDE41E7C6553}" type="sibTrans" cxnId="{529B7D52-C4F9-45ED-AE4A-0D8C3507A336}">
      <dgm:prSet/>
      <dgm:spPr/>
      <dgm:t>
        <a:bodyPr/>
        <a:lstStyle/>
        <a:p>
          <a:endParaRPr lang="en-US"/>
        </a:p>
      </dgm:t>
    </dgm:pt>
    <dgm:pt modelId="{669D835E-0075-43E5-9D2F-1434185F0B96}">
      <dgm:prSet/>
      <dgm:spPr/>
      <dgm:t>
        <a:bodyPr/>
        <a:lstStyle/>
        <a:p>
          <a:r>
            <a:rPr lang="en-US"/>
            <a:t>Objects stay fully connected</a:t>
          </a:r>
        </a:p>
      </dgm:t>
    </dgm:pt>
    <dgm:pt modelId="{64646A9A-6DE7-46CE-8AEE-9A04E65F4329}" type="parTrans" cxnId="{E70454D1-E369-411C-A166-F11BD86B17D3}">
      <dgm:prSet/>
      <dgm:spPr/>
      <dgm:t>
        <a:bodyPr/>
        <a:lstStyle/>
        <a:p>
          <a:endParaRPr lang="en-US"/>
        </a:p>
      </dgm:t>
    </dgm:pt>
    <dgm:pt modelId="{718DC680-E8A3-49B1-B744-24839E6C8F9D}" type="sibTrans" cxnId="{E70454D1-E369-411C-A166-F11BD86B17D3}">
      <dgm:prSet/>
      <dgm:spPr/>
      <dgm:t>
        <a:bodyPr/>
        <a:lstStyle/>
        <a:p>
          <a:endParaRPr lang="en-US"/>
        </a:p>
      </dgm:t>
    </dgm:pt>
    <dgm:pt modelId="{C0B88960-80F6-4EF0-89C8-FD0A6B155AE8}">
      <dgm:prSet/>
      <dgm:spPr/>
      <dgm:t>
        <a:bodyPr/>
        <a:lstStyle/>
        <a:p>
          <a:r>
            <a:rPr lang="en-US"/>
            <a:t>More accurate for real-world shapes</a:t>
          </a:r>
        </a:p>
      </dgm:t>
    </dgm:pt>
    <dgm:pt modelId="{77EB2865-ADC6-4A64-84A3-206AFF6057CC}" type="parTrans" cxnId="{254C7F8E-F82D-4963-91D8-ACC50935145A}">
      <dgm:prSet/>
      <dgm:spPr/>
      <dgm:t>
        <a:bodyPr/>
        <a:lstStyle/>
        <a:p>
          <a:endParaRPr lang="en-US"/>
        </a:p>
      </dgm:t>
    </dgm:pt>
    <dgm:pt modelId="{0D443F98-4949-4F72-B3E2-900FE5D56FC7}" type="sibTrans" cxnId="{254C7F8E-F82D-4963-91D8-ACC50935145A}">
      <dgm:prSet/>
      <dgm:spPr/>
      <dgm:t>
        <a:bodyPr/>
        <a:lstStyle/>
        <a:p>
          <a:endParaRPr lang="en-US"/>
        </a:p>
      </dgm:t>
    </dgm:pt>
    <dgm:pt modelId="{E5FB89C6-D32C-4794-9531-807F89EA7170}">
      <dgm:prSet/>
      <dgm:spPr/>
      <dgm:t>
        <a:bodyPr/>
        <a:lstStyle/>
        <a:p>
          <a:r>
            <a:rPr lang="en-US"/>
            <a:t>For the project 8-connectivity was used because:</a:t>
          </a:r>
        </a:p>
      </dgm:t>
    </dgm:pt>
    <dgm:pt modelId="{41F14A0C-914E-4CE6-9439-DB97580B86D6}" type="parTrans" cxnId="{B4494A37-E4D3-4D76-AA30-817CF4E8F7F6}">
      <dgm:prSet/>
      <dgm:spPr/>
      <dgm:t>
        <a:bodyPr/>
        <a:lstStyle/>
        <a:p>
          <a:endParaRPr lang="en-US"/>
        </a:p>
      </dgm:t>
    </dgm:pt>
    <dgm:pt modelId="{A212D137-D611-493E-8D83-E5E3F37EE851}" type="sibTrans" cxnId="{B4494A37-E4D3-4D76-AA30-817CF4E8F7F6}">
      <dgm:prSet/>
      <dgm:spPr/>
      <dgm:t>
        <a:bodyPr/>
        <a:lstStyle/>
        <a:p>
          <a:endParaRPr lang="en-US"/>
        </a:p>
      </dgm:t>
    </dgm:pt>
    <dgm:pt modelId="{F6704706-BFE8-4AD6-A1CA-1ACA6EE2102A}">
      <dgm:prSet/>
      <dgm:spPr/>
      <dgm:t>
        <a:bodyPr/>
        <a:lstStyle/>
        <a:p>
          <a:r>
            <a:rPr lang="en-US"/>
            <a:t>Prevents objects from breaking apart</a:t>
          </a:r>
        </a:p>
      </dgm:t>
    </dgm:pt>
    <dgm:pt modelId="{B41E1E2A-D151-437F-A588-9B47B3568AB1}" type="parTrans" cxnId="{839D1E36-1ED7-49CC-AFFD-6615C6A27326}">
      <dgm:prSet/>
      <dgm:spPr/>
      <dgm:t>
        <a:bodyPr/>
        <a:lstStyle/>
        <a:p>
          <a:endParaRPr lang="en-US"/>
        </a:p>
      </dgm:t>
    </dgm:pt>
    <dgm:pt modelId="{71C07C85-6C9A-4BC1-B543-FF70DB6EC4F5}" type="sibTrans" cxnId="{839D1E36-1ED7-49CC-AFFD-6615C6A27326}">
      <dgm:prSet/>
      <dgm:spPr/>
      <dgm:t>
        <a:bodyPr/>
        <a:lstStyle/>
        <a:p>
          <a:endParaRPr lang="en-US"/>
        </a:p>
      </dgm:t>
    </dgm:pt>
    <dgm:pt modelId="{AC1D4411-9AD2-4A79-8550-F2945AFA47B3}">
      <dgm:prSet/>
      <dgm:spPr/>
      <dgm:t>
        <a:bodyPr/>
        <a:lstStyle/>
        <a:p>
          <a:r>
            <a:rPr lang="en-US"/>
            <a:t>Preserves true object shape</a:t>
          </a:r>
        </a:p>
      </dgm:t>
    </dgm:pt>
    <dgm:pt modelId="{6539F9E9-C57D-4BF6-942C-31CF6339C139}" type="parTrans" cxnId="{87643111-F4B9-47FB-84B1-897923EE2F7B}">
      <dgm:prSet/>
      <dgm:spPr/>
      <dgm:t>
        <a:bodyPr/>
        <a:lstStyle/>
        <a:p>
          <a:endParaRPr lang="en-US"/>
        </a:p>
      </dgm:t>
    </dgm:pt>
    <dgm:pt modelId="{D04D8938-B165-467D-943E-5E95A406859E}" type="sibTrans" cxnId="{87643111-F4B9-47FB-84B1-897923EE2F7B}">
      <dgm:prSet/>
      <dgm:spPr/>
      <dgm:t>
        <a:bodyPr/>
        <a:lstStyle/>
        <a:p>
          <a:endParaRPr lang="en-US"/>
        </a:p>
      </dgm:t>
    </dgm:pt>
    <dgm:pt modelId="{295B5EB6-3BC3-4633-B402-466C2C209779}">
      <dgm:prSet/>
      <dgm:spPr/>
      <dgm:t>
        <a:bodyPr/>
        <a:lstStyle/>
        <a:p>
          <a:r>
            <a:rPr lang="en-US"/>
            <a:t>Improves area filtering and classification accuracy</a:t>
          </a:r>
        </a:p>
      </dgm:t>
    </dgm:pt>
    <dgm:pt modelId="{5D64DF5F-61C2-4446-8EF5-A83F80EBD69A}" type="parTrans" cxnId="{243BFE26-0CA4-4823-A5B2-7295A86A4CA0}">
      <dgm:prSet/>
      <dgm:spPr/>
      <dgm:t>
        <a:bodyPr/>
        <a:lstStyle/>
        <a:p>
          <a:endParaRPr lang="en-US"/>
        </a:p>
      </dgm:t>
    </dgm:pt>
    <dgm:pt modelId="{FCF383CF-794F-4200-917A-C4BF50E07835}" type="sibTrans" cxnId="{243BFE26-0CA4-4823-A5B2-7295A86A4CA0}">
      <dgm:prSet/>
      <dgm:spPr/>
      <dgm:t>
        <a:bodyPr/>
        <a:lstStyle/>
        <a:p>
          <a:endParaRPr lang="en-US"/>
        </a:p>
      </dgm:t>
    </dgm:pt>
    <dgm:pt modelId="{820DF0E6-0EA4-4691-B553-CD9874241158}" type="pres">
      <dgm:prSet presAssocID="{AB389B0A-96C8-4EFF-9034-9B903830E379}" presName="Name0" presStyleCnt="0">
        <dgm:presLayoutVars>
          <dgm:dir/>
          <dgm:animLvl val="lvl"/>
          <dgm:resizeHandles val="exact"/>
        </dgm:presLayoutVars>
      </dgm:prSet>
      <dgm:spPr/>
    </dgm:pt>
    <dgm:pt modelId="{3F476559-3C08-4FA5-BD20-8EB8F50F7060}" type="pres">
      <dgm:prSet presAssocID="{D98D9479-9EE9-46DE-B52A-2EB40D6BB51E}" presName="linNode" presStyleCnt="0"/>
      <dgm:spPr/>
    </dgm:pt>
    <dgm:pt modelId="{660281A4-00C5-4F19-85C6-40C55227235A}" type="pres">
      <dgm:prSet presAssocID="{D98D9479-9EE9-46DE-B52A-2EB40D6BB51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4A2488C-6393-4D56-A5B3-ED22F45DA636}" type="pres">
      <dgm:prSet presAssocID="{D98D9479-9EE9-46DE-B52A-2EB40D6BB51E}" presName="descendantText" presStyleLbl="alignAccFollowNode1" presStyleIdx="0" presStyleCnt="3">
        <dgm:presLayoutVars>
          <dgm:bulletEnabled val="1"/>
        </dgm:presLayoutVars>
      </dgm:prSet>
      <dgm:spPr/>
    </dgm:pt>
    <dgm:pt modelId="{1645CD6D-A0B4-4B09-8035-E64CC16BC872}" type="pres">
      <dgm:prSet presAssocID="{B3A82C53-7E26-4644-9E40-43EEA0654860}" presName="sp" presStyleCnt="0"/>
      <dgm:spPr/>
    </dgm:pt>
    <dgm:pt modelId="{654F52F7-A3BC-409E-8643-6D20CA75A9FA}" type="pres">
      <dgm:prSet presAssocID="{12A5AF1C-F5BA-4123-B42F-B79768E9CE81}" presName="linNode" presStyleCnt="0"/>
      <dgm:spPr/>
    </dgm:pt>
    <dgm:pt modelId="{49F27C82-305F-4833-BB51-A51E9D8D25DE}" type="pres">
      <dgm:prSet presAssocID="{12A5AF1C-F5BA-4123-B42F-B79768E9CE8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86E5C7D-DB0D-4DE3-AB18-885290B0D7AD}" type="pres">
      <dgm:prSet presAssocID="{12A5AF1C-F5BA-4123-B42F-B79768E9CE81}" presName="descendantText" presStyleLbl="alignAccFollowNode1" presStyleIdx="1" presStyleCnt="3">
        <dgm:presLayoutVars>
          <dgm:bulletEnabled val="1"/>
        </dgm:presLayoutVars>
      </dgm:prSet>
      <dgm:spPr/>
    </dgm:pt>
    <dgm:pt modelId="{DF48CC15-B070-435C-BC43-5173845386B6}" type="pres">
      <dgm:prSet presAssocID="{E8CE37AC-854A-4A34-B8DF-0375ADFA7783}" presName="sp" presStyleCnt="0"/>
      <dgm:spPr/>
    </dgm:pt>
    <dgm:pt modelId="{965EF5EB-7402-4954-8EC1-36F6E6E8A949}" type="pres">
      <dgm:prSet presAssocID="{E5FB89C6-D32C-4794-9531-807F89EA7170}" presName="linNode" presStyleCnt="0"/>
      <dgm:spPr/>
    </dgm:pt>
    <dgm:pt modelId="{F6C2DD7D-DFE8-4707-9300-DB6D04E941AB}" type="pres">
      <dgm:prSet presAssocID="{E5FB89C6-D32C-4794-9531-807F89EA7170}" presName="parentText" presStyleLbl="node1" presStyleIdx="2" presStyleCnt="3" custLinFactNeighborX="764" custLinFactNeighborY="1384">
        <dgm:presLayoutVars>
          <dgm:chMax val="1"/>
          <dgm:bulletEnabled val="1"/>
        </dgm:presLayoutVars>
      </dgm:prSet>
      <dgm:spPr/>
    </dgm:pt>
    <dgm:pt modelId="{792AD568-2C26-4FBE-A220-B180C115FC8E}" type="pres">
      <dgm:prSet presAssocID="{E5FB89C6-D32C-4794-9531-807F89EA717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F3F5001-1859-48C1-A0F9-8622A0EB1A4C}" type="presOf" srcId="{12A5AF1C-F5BA-4123-B42F-B79768E9CE81}" destId="{49F27C82-305F-4833-BB51-A51E9D8D25DE}" srcOrd="0" destOrd="0" presId="urn:microsoft.com/office/officeart/2005/8/layout/vList5"/>
    <dgm:cxn modelId="{371DF60E-B3A5-4F20-A4D4-505CCCF1B935}" type="presOf" srcId="{669D835E-0075-43E5-9D2F-1434185F0B96}" destId="{486E5C7D-DB0D-4DE3-AB18-885290B0D7AD}" srcOrd="0" destOrd="1" presId="urn:microsoft.com/office/officeart/2005/8/layout/vList5"/>
    <dgm:cxn modelId="{87643111-F4B9-47FB-84B1-897923EE2F7B}" srcId="{E5FB89C6-D32C-4794-9531-807F89EA7170}" destId="{AC1D4411-9AD2-4A79-8550-F2945AFA47B3}" srcOrd="1" destOrd="0" parTransId="{6539F9E9-C57D-4BF6-942C-31CF6339C139}" sibTransId="{D04D8938-B165-467D-943E-5E95A406859E}"/>
    <dgm:cxn modelId="{96DCFC21-FFCD-4BA4-81DB-8B51652BF545}" type="presOf" srcId="{98823CC2-C98D-4341-853E-9036C6BE89AD}" destId="{54A2488C-6393-4D56-A5B3-ED22F45DA636}" srcOrd="0" destOrd="0" presId="urn:microsoft.com/office/officeart/2005/8/layout/vList5"/>
    <dgm:cxn modelId="{243BFE26-0CA4-4823-A5B2-7295A86A4CA0}" srcId="{E5FB89C6-D32C-4794-9531-807F89EA7170}" destId="{295B5EB6-3BC3-4633-B402-466C2C209779}" srcOrd="2" destOrd="0" parTransId="{5D64DF5F-61C2-4446-8EF5-A83F80EBD69A}" sibTransId="{FCF383CF-794F-4200-917A-C4BF50E07835}"/>
    <dgm:cxn modelId="{839D1E36-1ED7-49CC-AFFD-6615C6A27326}" srcId="{E5FB89C6-D32C-4794-9531-807F89EA7170}" destId="{F6704706-BFE8-4AD6-A1CA-1ACA6EE2102A}" srcOrd="0" destOrd="0" parTransId="{B41E1E2A-D151-437F-A588-9B47B3568AB1}" sibTransId="{71C07C85-6C9A-4BC1-B543-FF70DB6EC4F5}"/>
    <dgm:cxn modelId="{B4494A37-E4D3-4D76-AA30-817CF4E8F7F6}" srcId="{AB389B0A-96C8-4EFF-9034-9B903830E379}" destId="{E5FB89C6-D32C-4794-9531-807F89EA7170}" srcOrd="2" destOrd="0" parTransId="{41F14A0C-914E-4CE6-9439-DB97580B86D6}" sibTransId="{A212D137-D611-493E-8D83-E5E3F37EE851}"/>
    <dgm:cxn modelId="{79F6305B-A7D3-4B78-B12F-19076EB24756}" type="presOf" srcId="{F6704706-BFE8-4AD6-A1CA-1ACA6EE2102A}" destId="{792AD568-2C26-4FBE-A220-B180C115FC8E}" srcOrd="0" destOrd="0" presId="urn:microsoft.com/office/officeart/2005/8/layout/vList5"/>
    <dgm:cxn modelId="{C919C560-BE70-4E66-AD0B-64E1BC49F8F7}" srcId="{D98D9479-9EE9-46DE-B52A-2EB40D6BB51E}" destId="{A2BC6AAF-33F2-449D-9DAA-89843D243F44}" srcOrd="1" destOrd="0" parTransId="{C050696C-049B-4315-A2A9-039F4A909DB2}" sibTransId="{0838B5A5-4B48-4743-B420-5842CCD13FB6}"/>
    <dgm:cxn modelId="{B9518D6A-B66B-4F4E-B0F7-F36385E00B0B}" type="presOf" srcId="{AC1D4411-9AD2-4A79-8550-F2945AFA47B3}" destId="{792AD568-2C26-4FBE-A220-B180C115FC8E}" srcOrd="0" destOrd="1" presId="urn:microsoft.com/office/officeart/2005/8/layout/vList5"/>
    <dgm:cxn modelId="{529B7D52-C4F9-45ED-AE4A-0D8C3507A336}" srcId="{12A5AF1C-F5BA-4123-B42F-B79768E9CE81}" destId="{44D3BA98-8497-4FED-992D-C7647A21690A}" srcOrd="0" destOrd="0" parTransId="{42035B3D-C036-48A0-875A-8C06A4D80452}" sibTransId="{54C6C490-180B-4763-A63A-CDE41E7C6553}"/>
    <dgm:cxn modelId="{24209D73-3139-4D73-925A-FA273B9D8CBC}" type="presOf" srcId="{A2BC6AAF-33F2-449D-9DAA-89843D243F44}" destId="{54A2488C-6393-4D56-A5B3-ED22F45DA636}" srcOrd="0" destOrd="1" presId="urn:microsoft.com/office/officeart/2005/8/layout/vList5"/>
    <dgm:cxn modelId="{E4D08757-3F82-43F0-99FC-2EF5D6B1CB58}" srcId="{D98D9479-9EE9-46DE-B52A-2EB40D6BB51E}" destId="{3FE7D8AA-3AFA-44EB-97F7-236A3CE3A833}" srcOrd="2" destOrd="0" parTransId="{492293FC-2490-4D71-B484-0B9AB8A0B264}" sibTransId="{879ACAC1-68EE-4404-9C89-306FDA21C05B}"/>
    <dgm:cxn modelId="{A13C5D78-CF45-4558-AF50-59AA254F50BC}" type="presOf" srcId="{E5BC2548-0D0F-4138-8AF8-26AEF44EFE68}" destId="{54A2488C-6393-4D56-A5B3-ED22F45DA636}" srcOrd="0" destOrd="3" presId="urn:microsoft.com/office/officeart/2005/8/layout/vList5"/>
    <dgm:cxn modelId="{7AC0615A-A4F7-4123-841F-CD9047937231}" type="presOf" srcId="{E5FB89C6-D32C-4794-9531-807F89EA7170}" destId="{F6C2DD7D-DFE8-4707-9300-DB6D04E941AB}" srcOrd="0" destOrd="0" presId="urn:microsoft.com/office/officeart/2005/8/layout/vList5"/>
    <dgm:cxn modelId="{E2899F7D-AD9B-45EA-AFD6-CD48F52C162D}" srcId="{AB389B0A-96C8-4EFF-9034-9B903830E379}" destId="{12A5AF1C-F5BA-4123-B42F-B79768E9CE81}" srcOrd="1" destOrd="0" parTransId="{AC1148B2-E861-45FA-A1A7-408F6BF36481}" sibTransId="{E8CE37AC-854A-4A34-B8DF-0375ADFA7783}"/>
    <dgm:cxn modelId="{D8D2B87D-067F-42F4-AA22-E69FAD881102}" type="presOf" srcId="{C0B88960-80F6-4EF0-89C8-FD0A6B155AE8}" destId="{486E5C7D-DB0D-4DE3-AB18-885290B0D7AD}" srcOrd="0" destOrd="2" presId="urn:microsoft.com/office/officeart/2005/8/layout/vList5"/>
    <dgm:cxn modelId="{10CE6189-CBC9-4561-ACD5-F44F9F666B23}" type="presOf" srcId="{D98D9479-9EE9-46DE-B52A-2EB40D6BB51E}" destId="{660281A4-00C5-4F19-85C6-40C55227235A}" srcOrd="0" destOrd="0" presId="urn:microsoft.com/office/officeart/2005/8/layout/vList5"/>
    <dgm:cxn modelId="{254C7F8E-F82D-4963-91D8-ACC50935145A}" srcId="{12A5AF1C-F5BA-4123-B42F-B79768E9CE81}" destId="{C0B88960-80F6-4EF0-89C8-FD0A6B155AE8}" srcOrd="2" destOrd="0" parTransId="{77EB2865-ADC6-4A64-84A3-206AFF6057CC}" sibTransId="{0D443F98-4949-4F72-B3E2-900FE5D56FC7}"/>
    <dgm:cxn modelId="{09D8EC9E-4132-4BF8-89B5-DD12D86072F5}" type="presOf" srcId="{3FE7D8AA-3AFA-44EB-97F7-236A3CE3A833}" destId="{54A2488C-6393-4D56-A5B3-ED22F45DA636}" srcOrd="0" destOrd="2" presId="urn:microsoft.com/office/officeart/2005/8/layout/vList5"/>
    <dgm:cxn modelId="{3B23FAA1-0945-40B8-AB98-CDAFE10F4E9A}" type="presOf" srcId="{AB389B0A-96C8-4EFF-9034-9B903830E379}" destId="{820DF0E6-0EA4-4691-B553-CD9874241158}" srcOrd="0" destOrd="0" presId="urn:microsoft.com/office/officeart/2005/8/layout/vList5"/>
    <dgm:cxn modelId="{10C1C6B5-0F15-4F23-A3AC-6B88CA9E1038}" srcId="{AB389B0A-96C8-4EFF-9034-9B903830E379}" destId="{D98D9479-9EE9-46DE-B52A-2EB40D6BB51E}" srcOrd="0" destOrd="0" parTransId="{9D5561F4-3AF7-402C-B568-4B6C2810DCB4}" sibTransId="{B3A82C53-7E26-4644-9E40-43EEA0654860}"/>
    <dgm:cxn modelId="{553EE1CD-9903-419C-A1B5-5E15024168BC}" type="presOf" srcId="{295B5EB6-3BC3-4633-B402-466C2C209779}" destId="{792AD568-2C26-4FBE-A220-B180C115FC8E}" srcOrd="0" destOrd="2" presId="urn:microsoft.com/office/officeart/2005/8/layout/vList5"/>
    <dgm:cxn modelId="{E70454D1-E369-411C-A166-F11BD86B17D3}" srcId="{12A5AF1C-F5BA-4123-B42F-B79768E9CE81}" destId="{669D835E-0075-43E5-9D2F-1434185F0B96}" srcOrd="1" destOrd="0" parTransId="{64646A9A-6DE7-46CE-8AEE-9A04E65F4329}" sibTransId="{718DC680-E8A3-49B1-B744-24839E6C8F9D}"/>
    <dgm:cxn modelId="{CD27ADD3-0525-4F97-B3C9-CE9E100AF843}" type="presOf" srcId="{44D3BA98-8497-4FED-992D-C7647A21690A}" destId="{486E5C7D-DB0D-4DE3-AB18-885290B0D7AD}" srcOrd="0" destOrd="0" presId="urn:microsoft.com/office/officeart/2005/8/layout/vList5"/>
    <dgm:cxn modelId="{E48186E7-8859-41A5-8D4E-13C4B84B29F5}" srcId="{D98D9479-9EE9-46DE-B52A-2EB40D6BB51E}" destId="{98823CC2-C98D-4341-853E-9036C6BE89AD}" srcOrd="0" destOrd="0" parTransId="{A4B24097-00F7-4D6F-BA31-3D7A9A5BC34F}" sibTransId="{BBDF146B-25D3-41F3-99F7-C2558287734A}"/>
    <dgm:cxn modelId="{F55B5AFA-7854-4F09-AAB4-7351F43D71AC}" srcId="{D98D9479-9EE9-46DE-B52A-2EB40D6BB51E}" destId="{E5BC2548-0D0F-4138-8AF8-26AEF44EFE68}" srcOrd="3" destOrd="0" parTransId="{149CCF49-55D4-4629-BFCB-FA1CE98748DC}" sibTransId="{EA678605-EB1F-4E90-B652-3427BD196ED2}"/>
    <dgm:cxn modelId="{EF306871-675A-48F5-80C1-57193EBED1C1}" type="presParOf" srcId="{820DF0E6-0EA4-4691-B553-CD9874241158}" destId="{3F476559-3C08-4FA5-BD20-8EB8F50F7060}" srcOrd="0" destOrd="0" presId="urn:microsoft.com/office/officeart/2005/8/layout/vList5"/>
    <dgm:cxn modelId="{5307B72B-EEA6-4683-B681-795E81080A0B}" type="presParOf" srcId="{3F476559-3C08-4FA5-BD20-8EB8F50F7060}" destId="{660281A4-00C5-4F19-85C6-40C55227235A}" srcOrd="0" destOrd="0" presId="urn:microsoft.com/office/officeart/2005/8/layout/vList5"/>
    <dgm:cxn modelId="{372534D3-8F39-481F-A094-68B2770A48E9}" type="presParOf" srcId="{3F476559-3C08-4FA5-BD20-8EB8F50F7060}" destId="{54A2488C-6393-4D56-A5B3-ED22F45DA636}" srcOrd="1" destOrd="0" presId="urn:microsoft.com/office/officeart/2005/8/layout/vList5"/>
    <dgm:cxn modelId="{5400C147-4C68-492F-A575-9F6CEDDF0E1A}" type="presParOf" srcId="{820DF0E6-0EA4-4691-B553-CD9874241158}" destId="{1645CD6D-A0B4-4B09-8035-E64CC16BC872}" srcOrd="1" destOrd="0" presId="urn:microsoft.com/office/officeart/2005/8/layout/vList5"/>
    <dgm:cxn modelId="{8EF392DE-8997-4C5C-A0C2-F5AC20D8EDEB}" type="presParOf" srcId="{820DF0E6-0EA4-4691-B553-CD9874241158}" destId="{654F52F7-A3BC-409E-8643-6D20CA75A9FA}" srcOrd="2" destOrd="0" presId="urn:microsoft.com/office/officeart/2005/8/layout/vList5"/>
    <dgm:cxn modelId="{69896CC1-2BBC-4FDF-B749-FB06C3D74633}" type="presParOf" srcId="{654F52F7-A3BC-409E-8643-6D20CA75A9FA}" destId="{49F27C82-305F-4833-BB51-A51E9D8D25DE}" srcOrd="0" destOrd="0" presId="urn:microsoft.com/office/officeart/2005/8/layout/vList5"/>
    <dgm:cxn modelId="{1C00A008-4D7F-436D-8E41-3C91E50CB56D}" type="presParOf" srcId="{654F52F7-A3BC-409E-8643-6D20CA75A9FA}" destId="{486E5C7D-DB0D-4DE3-AB18-885290B0D7AD}" srcOrd="1" destOrd="0" presId="urn:microsoft.com/office/officeart/2005/8/layout/vList5"/>
    <dgm:cxn modelId="{BB67C638-3B7E-49F1-A097-FFC4363FF647}" type="presParOf" srcId="{820DF0E6-0EA4-4691-B553-CD9874241158}" destId="{DF48CC15-B070-435C-BC43-5173845386B6}" srcOrd="3" destOrd="0" presId="urn:microsoft.com/office/officeart/2005/8/layout/vList5"/>
    <dgm:cxn modelId="{E67B7CF4-8E41-47AD-9A45-F4D49A744AB0}" type="presParOf" srcId="{820DF0E6-0EA4-4691-B553-CD9874241158}" destId="{965EF5EB-7402-4954-8EC1-36F6E6E8A949}" srcOrd="4" destOrd="0" presId="urn:microsoft.com/office/officeart/2005/8/layout/vList5"/>
    <dgm:cxn modelId="{6B008A02-E77E-4388-A1D4-1F1B98B5FAC6}" type="presParOf" srcId="{965EF5EB-7402-4954-8EC1-36F6E6E8A949}" destId="{F6C2DD7D-DFE8-4707-9300-DB6D04E941AB}" srcOrd="0" destOrd="0" presId="urn:microsoft.com/office/officeart/2005/8/layout/vList5"/>
    <dgm:cxn modelId="{8E23C5E4-5BEE-4388-A7E0-77A3E18DB5FF}" type="presParOf" srcId="{965EF5EB-7402-4954-8EC1-36F6E6E8A949}" destId="{792AD568-2C26-4FBE-A220-B180C115FC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E6608-7033-44B4-B2B0-346BB16CAB00}">
      <dsp:nvSpPr>
        <dsp:cNvPr id="0" name=""/>
        <dsp:cNvSpPr/>
      </dsp:nvSpPr>
      <dsp:spPr>
        <a:xfrm>
          <a:off x="1093306" y="518083"/>
          <a:ext cx="343300" cy="3433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6B38D-9DDC-46FD-BA6A-6398851D43BD}">
      <dsp:nvSpPr>
        <dsp:cNvPr id="0" name=""/>
        <dsp:cNvSpPr/>
      </dsp:nvSpPr>
      <dsp:spPr>
        <a:xfrm>
          <a:off x="3552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Camera → Threshold → Morphology → </a:t>
          </a:r>
          <a:r>
            <a:rPr lang="en-US" sz="1100" b="1" kern="1200"/>
            <a:t>Area Filtering</a:t>
          </a:r>
          <a:r>
            <a:rPr lang="en-US" sz="1100" kern="1200"/>
            <a:t> → Shape Descriptors → Classification</a:t>
          </a:r>
        </a:p>
      </dsp:txBody>
      <dsp:txXfrm>
        <a:off x="3552" y="959538"/>
        <a:ext cx="762890" cy="305156"/>
      </dsp:txXfrm>
    </dsp:sp>
    <dsp:sp modelId="{22E90A75-6157-4E57-8B4F-C7C2078C17EC}">
      <dsp:nvSpPr>
        <dsp:cNvPr id="0" name=""/>
        <dsp:cNvSpPr/>
      </dsp:nvSpPr>
      <dsp:spPr>
        <a:xfrm>
          <a:off x="176834" y="547834"/>
          <a:ext cx="343300" cy="3433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767B4-2DBB-40AE-A7BC-CF01E59F6846}">
      <dsp:nvSpPr>
        <dsp:cNvPr id="0" name=""/>
        <dsp:cNvSpPr/>
      </dsp:nvSpPr>
      <dsp:spPr>
        <a:xfrm>
          <a:off x="899948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/>
            <a:t>Camera:</a:t>
          </a:r>
          <a:r>
            <a:rPr lang="en-US" sz="1100" kern="1200"/>
            <a:t> Captures the live image of the scene to be processed.</a:t>
          </a:r>
        </a:p>
      </dsp:txBody>
      <dsp:txXfrm>
        <a:off x="899948" y="959538"/>
        <a:ext cx="762890" cy="305156"/>
      </dsp:txXfrm>
    </dsp:sp>
    <dsp:sp modelId="{186C7FE7-62D4-43CB-B1A1-1A925367E59F}">
      <dsp:nvSpPr>
        <dsp:cNvPr id="0" name=""/>
        <dsp:cNvSpPr/>
      </dsp:nvSpPr>
      <dsp:spPr>
        <a:xfrm>
          <a:off x="2006140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748DB-A3A8-4709-B983-A8D841AB2F91}">
      <dsp:nvSpPr>
        <dsp:cNvPr id="0" name=""/>
        <dsp:cNvSpPr/>
      </dsp:nvSpPr>
      <dsp:spPr>
        <a:xfrm>
          <a:off x="1796345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/>
            <a:t>Threshold:</a:t>
          </a:r>
          <a:r>
            <a:rPr lang="en-US" sz="1100" kern="1200"/>
            <a:t> Separates foreground objects from the background by converting the image to binary.</a:t>
          </a:r>
        </a:p>
      </dsp:txBody>
      <dsp:txXfrm>
        <a:off x="1796345" y="959538"/>
        <a:ext cx="762890" cy="305156"/>
      </dsp:txXfrm>
    </dsp:sp>
    <dsp:sp modelId="{8D7FB0D3-88BE-435D-AA2C-06BABB6013E1}">
      <dsp:nvSpPr>
        <dsp:cNvPr id="0" name=""/>
        <dsp:cNvSpPr/>
      </dsp:nvSpPr>
      <dsp:spPr>
        <a:xfrm>
          <a:off x="2902536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725E8-D82A-4500-B2FE-5BD667C5E297}">
      <dsp:nvSpPr>
        <dsp:cNvPr id="0" name=""/>
        <dsp:cNvSpPr/>
      </dsp:nvSpPr>
      <dsp:spPr>
        <a:xfrm>
          <a:off x="2692741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/>
            <a:t>Morphology:</a:t>
          </a:r>
          <a:r>
            <a:rPr lang="en-US" sz="1100" kern="1200"/>
            <a:t> Cleans the binary image by removing noise and filling gaps in objects.</a:t>
          </a:r>
        </a:p>
      </dsp:txBody>
      <dsp:txXfrm>
        <a:off x="2692741" y="959538"/>
        <a:ext cx="762890" cy="305156"/>
      </dsp:txXfrm>
    </dsp:sp>
    <dsp:sp modelId="{F361E8FB-20F4-433B-AF40-1F72E39D8DF4}">
      <dsp:nvSpPr>
        <dsp:cNvPr id="0" name=""/>
        <dsp:cNvSpPr/>
      </dsp:nvSpPr>
      <dsp:spPr>
        <a:xfrm>
          <a:off x="3798933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11FEC-8135-4AAF-9B20-234D6F7E2FB6}">
      <dsp:nvSpPr>
        <dsp:cNvPr id="0" name=""/>
        <dsp:cNvSpPr/>
      </dsp:nvSpPr>
      <dsp:spPr>
        <a:xfrm>
          <a:off x="3589138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u="sng" kern="1200"/>
            <a:t>Area Filtering:</a:t>
          </a:r>
          <a:r>
            <a:rPr lang="en-US" sz="1100" b="1" kern="1200"/>
            <a:t> Removes small connected regions so only valid objects remain.</a:t>
          </a:r>
          <a:endParaRPr lang="en-US" sz="1100" kern="1200"/>
        </a:p>
      </dsp:txBody>
      <dsp:txXfrm>
        <a:off x="3589138" y="959538"/>
        <a:ext cx="762890" cy="305156"/>
      </dsp:txXfrm>
    </dsp:sp>
    <dsp:sp modelId="{B5022800-5AFE-4FA7-9E7E-F470690C47D4}">
      <dsp:nvSpPr>
        <dsp:cNvPr id="0" name=""/>
        <dsp:cNvSpPr/>
      </dsp:nvSpPr>
      <dsp:spPr>
        <a:xfrm>
          <a:off x="4695329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1BE43-C4A7-4F10-A76D-F72D34558DA0}">
      <dsp:nvSpPr>
        <dsp:cNvPr id="0" name=""/>
        <dsp:cNvSpPr/>
      </dsp:nvSpPr>
      <dsp:spPr>
        <a:xfrm>
          <a:off x="4485534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Even after Morphology, the image can still contain multiple regions, some of which are noise. ]</a:t>
          </a:r>
          <a:endParaRPr lang="en-US" sz="1100" kern="1200" dirty="0"/>
        </a:p>
      </dsp:txBody>
      <dsp:txXfrm>
        <a:off x="4485534" y="959538"/>
        <a:ext cx="762890" cy="305156"/>
      </dsp:txXfrm>
    </dsp:sp>
    <dsp:sp modelId="{BB107C38-0071-4A47-961E-6F94904648D4}">
      <dsp:nvSpPr>
        <dsp:cNvPr id="0" name=""/>
        <dsp:cNvSpPr/>
      </dsp:nvSpPr>
      <dsp:spPr>
        <a:xfrm>
          <a:off x="5591726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FD1A4-8887-4E2A-B5B6-49CB4A0B8E7A}">
      <dsp:nvSpPr>
        <dsp:cNvPr id="0" name=""/>
        <dsp:cNvSpPr/>
      </dsp:nvSpPr>
      <dsp:spPr>
        <a:xfrm>
          <a:off x="5381931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/>
            <a:t>Shape Descriptors</a:t>
          </a:r>
          <a:r>
            <a:rPr lang="en-US" sz="1100" kern="1200"/>
            <a:t>: Extracts geometric features that describe each object’s shape.</a:t>
          </a:r>
        </a:p>
      </dsp:txBody>
      <dsp:txXfrm>
        <a:off x="5381931" y="959538"/>
        <a:ext cx="762890" cy="305156"/>
      </dsp:txXfrm>
    </dsp:sp>
    <dsp:sp modelId="{55F06000-2593-4CB4-BF18-D442029E0F7F}">
      <dsp:nvSpPr>
        <dsp:cNvPr id="0" name=""/>
        <dsp:cNvSpPr/>
      </dsp:nvSpPr>
      <dsp:spPr>
        <a:xfrm>
          <a:off x="6488122" y="501763"/>
          <a:ext cx="343300" cy="34330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1FFE5-F27C-4D83-8CBB-863F8A8A9593}">
      <dsp:nvSpPr>
        <dsp:cNvPr id="0" name=""/>
        <dsp:cNvSpPr/>
      </dsp:nvSpPr>
      <dsp:spPr>
        <a:xfrm>
          <a:off x="6278327" y="959538"/>
          <a:ext cx="762890" cy="30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/>
            <a:t>Classification:</a:t>
          </a:r>
          <a:r>
            <a:rPr lang="en-US" sz="1100" kern="1200"/>
            <a:t> Uses the extracted features to assign each object to a known class.</a:t>
          </a:r>
        </a:p>
      </dsp:txBody>
      <dsp:txXfrm>
        <a:off x="6278327" y="959538"/>
        <a:ext cx="762890" cy="305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5A630-D191-428C-8245-CBB73030302A}">
      <dsp:nvSpPr>
        <dsp:cNvPr id="0" name=""/>
        <dsp:cNvSpPr/>
      </dsp:nvSpPr>
      <dsp:spPr>
        <a:xfrm>
          <a:off x="0" y="1544547"/>
          <a:ext cx="5842095" cy="150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3222C-27E9-4D5D-BF76-6DA18167211B}">
      <dsp:nvSpPr>
        <dsp:cNvPr id="0" name=""/>
        <dsp:cNvSpPr/>
      </dsp:nvSpPr>
      <dsp:spPr>
        <a:xfrm>
          <a:off x="45431" y="1578339"/>
          <a:ext cx="82602" cy="826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8F171-2D2E-4699-8AD5-C92828A9E007}">
      <dsp:nvSpPr>
        <dsp:cNvPr id="0" name=""/>
        <dsp:cNvSpPr/>
      </dsp:nvSpPr>
      <dsp:spPr>
        <a:xfrm>
          <a:off x="173464" y="1544547"/>
          <a:ext cx="5285638" cy="234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891" tIns="247891" rIns="247891" bIns="24789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- Segmentation produces multiple foreground regions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- Each region consists of connected pixels</a:t>
          </a:r>
          <a:br>
            <a:rPr lang="en-US" sz="1400" b="0" i="0" u="none" kern="1200" dirty="0"/>
          </a:br>
          <a:endParaRPr lang="en-US" sz="1400" b="0" i="0" u="none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-These regions may represent real objects or noise </a:t>
          </a:r>
          <a:endParaRPr lang="en-CA" sz="1400" b="0" i="0" u="none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- Connected component analysis identifies each region as a separate object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-This prepares those regions for area-based filtering </a:t>
          </a:r>
          <a:endParaRPr lang="en-CA" sz="1400" kern="1200" dirty="0"/>
        </a:p>
      </dsp:txBody>
      <dsp:txXfrm>
        <a:off x="173464" y="1544547"/>
        <a:ext cx="5285638" cy="2342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2488C-6393-4D56-A5B3-ED22F45DA636}">
      <dsp:nvSpPr>
        <dsp:cNvPr id="0" name=""/>
        <dsp:cNvSpPr/>
      </dsp:nvSpPr>
      <dsp:spPr>
        <a:xfrm rot="5400000">
          <a:off x="2985666" y="-1103724"/>
          <a:ext cx="769395" cy="31721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Pixels connect only up, down, left, right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Diagonal pixels are not connected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Can split objects into multiple parts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Leads to incorrect area measurements</a:t>
          </a:r>
        </a:p>
      </dsp:txBody>
      <dsp:txXfrm rot="-5400000">
        <a:off x="1784311" y="135190"/>
        <a:ext cx="3134547" cy="694277"/>
      </dsp:txXfrm>
    </dsp:sp>
    <dsp:sp modelId="{660281A4-00C5-4F19-85C6-40C55227235A}">
      <dsp:nvSpPr>
        <dsp:cNvPr id="0" name=""/>
        <dsp:cNvSpPr/>
      </dsp:nvSpPr>
      <dsp:spPr>
        <a:xfrm>
          <a:off x="0" y="1457"/>
          <a:ext cx="1784310" cy="9617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4-Connectivity: </a:t>
          </a:r>
        </a:p>
      </dsp:txBody>
      <dsp:txXfrm>
        <a:off x="46948" y="48405"/>
        <a:ext cx="1690414" cy="867847"/>
      </dsp:txXfrm>
    </dsp:sp>
    <dsp:sp modelId="{486E5C7D-DB0D-4DE3-AB18-885290B0D7AD}">
      <dsp:nvSpPr>
        <dsp:cNvPr id="0" name=""/>
        <dsp:cNvSpPr/>
      </dsp:nvSpPr>
      <dsp:spPr>
        <a:xfrm rot="5400000">
          <a:off x="2985666" y="-93893"/>
          <a:ext cx="769395" cy="31721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Pixels connect including diagonals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Objects stay fully connected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More accurate for real-world shapes</a:t>
          </a:r>
        </a:p>
      </dsp:txBody>
      <dsp:txXfrm rot="-5400000">
        <a:off x="1784311" y="1145021"/>
        <a:ext cx="3134547" cy="694277"/>
      </dsp:txXfrm>
    </dsp:sp>
    <dsp:sp modelId="{49F27C82-305F-4833-BB51-A51E9D8D25DE}">
      <dsp:nvSpPr>
        <dsp:cNvPr id="0" name=""/>
        <dsp:cNvSpPr/>
      </dsp:nvSpPr>
      <dsp:spPr>
        <a:xfrm>
          <a:off x="0" y="1011288"/>
          <a:ext cx="1784310" cy="9617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8-Connectivity: </a:t>
          </a:r>
        </a:p>
      </dsp:txBody>
      <dsp:txXfrm>
        <a:off x="46948" y="1058236"/>
        <a:ext cx="1690414" cy="867847"/>
      </dsp:txXfrm>
    </dsp:sp>
    <dsp:sp modelId="{792AD568-2C26-4FBE-A220-B180C115FC8E}">
      <dsp:nvSpPr>
        <dsp:cNvPr id="0" name=""/>
        <dsp:cNvSpPr/>
      </dsp:nvSpPr>
      <dsp:spPr>
        <a:xfrm rot="5400000">
          <a:off x="2985666" y="915937"/>
          <a:ext cx="769395" cy="31721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Prevents objects from breaking apart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Preserves true object shape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Improves area filtering and classification accuracy</a:t>
          </a:r>
        </a:p>
      </dsp:txBody>
      <dsp:txXfrm rot="-5400000">
        <a:off x="1784311" y="2154852"/>
        <a:ext cx="3134547" cy="694277"/>
      </dsp:txXfrm>
    </dsp:sp>
    <dsp:sp modelId="{F6C2DD7D-DFE8-4707-9300-DB6D04E941AB}">
      <dsp:nvSpPr>
        <dsp:cNvPr id="0" name=""/>
        <dsp:cNvSpPr/>
      </dsp:nvSpPr>
      <dsp:spPr>
        <a:xfrm>
          <a:off x="24234" y="2022576"/>
          <a:ext cx="1784310" cy="9617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project 8-connectivity was used because:</a:t>
          </a:r>
        </a:p>
      </dsp:txBody>
      <dsp:txXfrm>
        <a:off x="71182" y="2069524"/>
        <a:ext cx="1690414" cy="867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EFE59-E3B1-4378-BAC3-5CE4A0985B85}" type="datetimeFigureOut">
              <a:rPr lang="en-CA" smtClean="0"/>
              <a:t>2025-12-23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F12F0-F0B4-4CAE-8DE0-F1F4A4FF01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284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12F0-F0B4-4CAE-8DE0-F1F4A4FF01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013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7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9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3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2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1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6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9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0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9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3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90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8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260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Rectangle 1066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Computer Vision: Applications and Benefits">
            <a:extLst>
              <a:ext uri="{FF2B5EF4-FFF2-40B4-BE49-F238E27FC236}">
                <a16:creationId xmlns:a16="http://schemas.microsoft.com/office/drawing/2014/main" id="{B0BF8E36-B353-AC2C-2874-4691DA23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3" r="-3" b="-3"/>
          <a:stretch>
            <a:fillRect/>
          </a:stretch>
        </p:blipFill>
        <p:spPr bwMode="auto">
          <a:xfrm>
            <a:off x="20" y="10"/>
            <a:ext cx="121889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2C09CA-1EE1-6E78-1E3E-59D8E1123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CA" sz="6600">
                <a:solidFill>
                  <a:schemeClr val="bg1"/>
                </a:solidFill>
              </a:rPr>
              <a:t>Area Filtering &amp; Connected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35FBC-679F-9AB9-41B6-97E95669F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Ali Hussain &amp; Pina Cammisano</a:t>
            </a:r>
          </a:p>
        </p:txBody>
      </p:sp>
      <p:sp>
        <p:nvSpPr>
          <p:cNvPr id="1069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4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2C0F-0684-00AB-2E96-1C57068B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134"/>
            <a:ext cx="3687491" cy="1594189"/>
          </a:xfrm>
        </p:spPr>
        <p:txBody>
          <a:bodyPr anchor="t">
            <a:normAutofit/>
          </a:bodyPr>
          <a:lstStyle/>
          <a:p>
            <a:r>
              <a:rPr lang="en-CA" sz="3200" dirty="0"/>
              <a:t>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CAE9C-4AF5-F044-DC14-E85D198AD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0" b="11037"/>
          <a:stretch>
            <a:fillRect/>
          </a:stretch>
        </p:blipFill>
        <p:spPr>
          <a:xfrm>
            <a:off x="-2" y="2818262"/>
            <a:ext cx="12192002" cy="403973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08C18E-B026-AFB8-6FDF-1723B9E5C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30141"/>
              </p:ext>
            </p:extLst>
          </p:nvPr>
        </p:nvGraphicFramePr>
        <p:xfrm>
          <a:off x="141460" y="86134"/>
          <a:ext cx="7044771" cy="1766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EAE1DF-D27F-2BF4-6318-35ABFB4E8E29}"/>
              </a:ext>
            </a:extLst>
          </p:cNvPr>
          <p:cNvSpPr txBox="1"/>
          <p:nvPr/>
        </p:nvSpPr>
        <p:spPr>
          <a:xfrm>
            <a:off x="8374707" y="362752"/>
            <a:ext cx="3017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Area filtering removes these unwanted regions so only real objects are used for shape analysis and classification!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837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7E003E-EE76-4207-A774-A645C37F1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FC086-1221-9697-6083-BE9F6967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962400" cy="5431376"/>
          </a:xfrm>
        </p:spPr>
        <p:txBody>
          <a:bodyPr>
            <a:normAutofit/>
          </a:bodyPr>
          <a:lstStyle/>
          <a:p>
            <a:r>
              <a:rPr lang="en-US" b="0"/>
              <a:t>What is Connected Component Analysis and Why is it important? </a:t>
            </a:r>
            <a:endParaRPr lang="en-CA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F31B339-1E52-7088-5040-C37D8C43A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34829"/>
              </p:ext>
            </p:extLst>
          </p:nvPr>
        </p:nvGraphicFramePr>
        <p:xfrm>
          <a:off x="5511704" y="713313"/>
          <a:ext cx="5842095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103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4CDD84F-9DDA-9903-FCAB-06D67C683E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000" b="500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A20E3E-E761-72CC-1851-BAC5F1E8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Connected Components with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9065-01F7-373A-F2C5-08C7D89A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Sample code: </a:t>
            </a:r>
          </a:p>
          <a:p>
            <a:r>
              <a:rPr lang="en-US" sz="2000">
                <a:solidFill>
                  <a:srgbClr val="FFFFFF"/>
                </a:solidFill>
              </a:rPr>
              <a:t>num_labels, labels, stats, centroids = cv2.connectedComponentsWithStats(binary, connectivity=8)</a:t>
            </a:r>
          </a:p>
          <a:p>
            <a:pPr fontAlgn="base"/>
            <a:r>
              <a:rPr lang="en-US" sz="2000">
                <a:solidFill>
                  <a:srgbClr val="FFFFFF"/>
                </a:solidFill>
              </a:rPr>
              <a:t>Finds all connected regions in the binary image</a:t>
            </a:r>
          </a:p>
          <a:p>
            <a:pPr fontAlgn="base"/>
            <a:r>
              <a:rPr lang="en-US" sz="2000">
                <a:solidFill>
                  <a:srgbClr val="FFFFFF"/>
                </a:solidFill>
              </a:rPr>
              <a:t>Assigns a unique label to each region (label 0 = background)</a:t>
            </a:r>
          </a:p>
          <a:p>
            <a:pPr fontAlgn="base"/>
            <a:r>
              <a:rPr lang="en-US" sz="2000">
                <a:solidFill>
                  <a:srgbClr val="FFFFFF"/>
                </a:solidFill>
              </a:rPr>
              <a:t>Computes statistics for each region, including area and bounding box</a:t>
            </a:r>
          </a:p>
          <a:p>
            <a:pPr fontAlgn="base"/>
            <a:r>
              <a:rPr lang="en-US" sz="2000">
                <a:solidFill>
                  <a:srgbClr val="FFFFFF"/>
                </a:solidFill>
              </a:rPr>
              <a:t>Provides the data needed to perform area filtering in later steps</a:t>
            </a:r>
          </a:p>
          <a:p>
            <a:endParaRPr lang="en-CA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3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ECEDE-2DAC-49DF-84D6-F537F5DD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8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8E048-359F-8276-9FA1-30B8B7EA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CA" sz="4000"/>
              <a:t>Area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5B0-282C-6509-1F4A-E60C04D0B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8413"/>
            <a:ext cx="3822189" cy="4428550"/>
          </a:xfrm>
        </p:spPr>
        <p:txBody>
          <a:bodyPr>
            <a:normAutofit/>
          </a:bodyPr>
          <a:lstStyle/>
          <a:p>
            <a:pPr fontAlgn="base"/>
            <a:r>
              <a:rPr lang="en-US" sz="1300" dirty="0"/>
              <a:t>Each connected component has a measurable pixel area</a:t>
            </a:r>
            <a:br>
              <a:rPr lang="en-US" sz="1300" dirty="0"/>
            </a:br>
            <a:br>
              <a:rPr lang="en-US" sz="1300" dirty="0"/>
            </a:br>
            <a:endParaRPr lang="en-US" sz="1300" dirty="0"/>
          </a:p>
          <a:p>
            <a:pPr fontAlgn="base"/>
            <a:r>
              <a:rPr lang="en-US" sz="1300" dirty="0"/>
              <a:t>Area is computed directly from the labeled component</a:t>
            </a:r>
            <a:br>
              <a:rPr lang="en-US" sz="1300" dirty="0"/>
            </a:br>
            <a:br>
              <a:rPr lang="en-US" sz="1300" dirty="0"/>
            </a:br>
            <a:endParaRPr lang="en-US" sz="1300" dirty="0"/>
          </a:p>
          <a:p>
            <a:pPr fontAlgn="base"/>
            <a:r>
              <a:rPr lang="en-US" sz="1300" dirty="0"/>
              <a:t>A minimum area threshold (MIN_AREA) is defined</a:t>
            </a:r>
            <a:br>
              <a:rPr lang="en-US" sz="1300" dirty="0"/>
            </a:br>
            <a:br>
              <a:rPr lang="en-US" sz="1300" dirty="0"/>
            </a:br>
            <a:endParaRPr lang="en-US" sz="1300" dirty="0"/>
          </a:p>
          <a:p>
            <a:r>
              <a:rPr lang="en-US" sz="1300" dirty="0"/>
              <a:t>Decision rule:</a:t>
            </a:r>
          </a:p>
          <a:p>
            <a:pPr marL="0" indent="0" fontAlgn="base">
              <a:buNone/>
            </a:pPr>
            <a:r>
              <a:rPr lang="en-US" sz="1300" dirty="0"/>
              <a:t>	area &lt; MIN_AREA → discard region</a:t>
            </a:r>
          </a:p>
          <a:p>
            <a:pPr marL="0" indent="0" fontAlgn="base">
              <a:buNone/>
            </a:pPr>
            <a:r>
              <a:rPr lang="en-US" sz="1300" dirty="0"/>
              <a:t>	area ≥ MIN_AREA → keep region</a:t>
            </a:r>
            <a:br>
              <a:rPr lang="en-US" sz="1300" dirty="0"/>
            </a:br>
            <a:br>
              <a:rPr lang="en-US" sz="1300" dirty="0"/>
            </a:br>
            <a:endParaRPr lang="en-US" sz="1300" dirty="0"/>
          </a:p>
          <a:p>
            <a:r>
              <a:rPr lang="en-US" sz="1300" dirty="0"/>
              <a:t>This converts a set of regions into a validated object list </a:t>
            </a:r>
          </a:p>
          <a:p>
            <a:r>
              <a:rPr lang="en-US" sz="1300" dirty="0"/>
              <a:t>which can be sent to the Shape Descriptor step.</a:t>
            </a:r>
          </a:p>
          <a:p>
            <a:pPr marL="0" indent="0">
              <a:buNone/>
            </a:pP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382123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12" name="Rectangle 33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C4583-5A15-4764-EF74-472E8E2E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CA" sz="4000" dirty="0">
                <a:solidFill>
                  <a:schemeClr val="bg1"/>
                </a:solidFill>
              </a:rPr>
              <a:t>Area Filtering Code</a:t>
            </a:r>
          </a:p>
        </p:txBody>
      </p:sp>
      <p:grpSp>
        <p:nvGrpSpPr>
          <p:cNvPr id="3314" name="Group 3313">
            <a:extLst>
              <a:ext uri="{FF2B5EF4-FFF2-40B4-BE49-F238E27FC236}">
                <a16:creationId xmlns:a16="http://schemas.microsoft.com/office/drawing/2014/main" id="{A18E8AF0-57F3-4E67-AB90-C8DAC713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3315" name="Group 3314">
              <a:extLst>
                <a:ext uri="{FF2B5EF4-FFF2-40B4-BE49-F238E27FC236}">
                  <a16:creationId xmlns:a16="http://schemas.microsoft.com/office/drawing/2014/main" id="{CD060FA9-04BB-4F42-A882-444817956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323" name="Freeform: Shape 3322">
                <a:extLst>
                  <a:ext uri="{FF2B5EF4-FFF2-40B4-BE49-F238E27FC236}">
                    <a16:creationId xmlns:a16="http://schemas.microsoft.com/office/drawing/2014/main" id="{2499CE50-F6DF-42D1-A1DF-2E014ABF39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24" name="Freeform: Shape 3323">
                <a:extLst>
                  <a:ext uri="{FF2B5EF4-FFF2-40B4-BE49-F238E27FC236}">
                    <a16:creationId xmlns:a16="http://schemas.microsoft.com/office/drawing/2014/main" id="{5EF919B7-6C5A-40BB-9604-805D6785E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316" name="Group 3315">
              <a:extLst>
                <a:ext uri="{FF2B5EF4-FFF2-40B4-BE49-F238E27FC236}">
                  <a16:creationId xmlns:a16="http://schemas.microsoft.com/office/drawing/2014/main" id="{CD2C7F27-09E2-43E0-B571-E95E511F1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3317" name="Group 3316">
                <a:extLst>
                  <a:ext uri="{FF2B5EF4-FFF2-40B4-BE49-F238E27FC236}">
                    <a16:creationId xmlns:a16="http://schemas.microsoft.com/office/drawing/2014/main" id="{1A7830C9-FC12-40AB-BF67-9B212AB8F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321" name="Freeform: Shape 3320">
                  <a:extLst>
                    <a:ext uri="{FF2B5EF4-FFF2-40B4-BE49-F238E27FC236}">
                      <a16:creationId xmlns:a16="http://schemas.microsoft.com/office/drawing/2014/main" id="{E5A4A589-E9CA-41F2-A18C-FFC863E70C4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2" name="Freeform: Shape 3321">
                  <a:extLst>
                    <a:ext uri="{FF2B5EF4-FFF2-40B4-BE49-F238E27FC236}">
                      <a16:creationId xmlns:a16="http://schemas.microsoft.com/office/drawing/2014/main" id="{E6DFDE1C-EF51-49D2-BA0A-86FBD87F10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18" name="Group 3317">
                <a:extLst>
                  <a:ext uri="{FF2B5EF4-FFF2-40B4-BE49-F238E27FC236}">
                    <a16:creationId xmlns:a16="http://schemas.microsoft.com/office/drawing/2014/main" id="{1F4C4AFE-70BD-4430-9072-3280C18D67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3319" name="Freeform: Shape 3318">
                  <a:extLst>
                    <a:ext uri="{FF2B5EF4-FFF2-40B4-BE49-F238E27FC236}">
                      <a16:creationId xmlns:a16="http://schemas.microsoft.com/office/drawing/2014/main" id="{C5CE4030-5E8F-4B4E-AA83-2CCC3E78891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0" name="Freeform: Shape 3319">
                  <a:extLst>
                    <a:ext uri="{FF2B5EF4-FFF2-40B4-BE49-F238E27FC236}">
                      <a16:creationId xmlns:a16="http://schemas.microsoft.com/office/drawing/2014/main" id="{80757DC5-5894-4F54-9EB2-2575295701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>
                  <a:blip r:embed="rId3">
                    <a:alphaModFix amt="57000"/>
                  </a:blip>
                  <a:tile tx="0" ty="0" sx="100000" sy="100000" flip="none" algn="tl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44382E-8725-8950-E8C2-72D408E8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542233"/>
            <a:ext cx="4054614" cy="420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0E7064A-EF15-14DB-9B8F-03AC7BF3D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651" y="674089"/>
            <a:ext cx="2664000" cy="81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76249-3F34-B96A-9BC5-CD56BCB3B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58" y="2965191"/>
            <a:ext cx="6140449" cy="2454300"/>
          </a:xfrm>
        </p:spPr>
        <p:txBody>
          <a:bodyPr>
            <a:normAutofit fontScale="92500" lnSpcReduction="20000"/>
          </a:bodyPr>
          <a:lstStyle/>
          <a:p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Area Thresholding:</a:t>
            </a:r>
          </a:p>
          <a:p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MIN_AREA is tuned based on the expected physical size of the objects and the camera resolution, so that noise regions are consistently smaller than the threshold.</a:t>
            </a:r>
          </a:p>
          <a:p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If statement ensures objects less than MIN_AREA do not move onto the next step</a:t>
            </a:r>
          </a:p>
          <a:p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Perimeter: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Perimeter measures boundary length of the object</a:t>
            </a:r>
          </a:p>
          <a:p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Bounding box provides object location and size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Circularity, Convexity, Compactness: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alpha val="80000"/>
                  </a:schemeClr>
                </a:solidFill>
              </a:rPr>
              <a:t>All used to help with labelling the shapes</a:t>
            </a:r>
          </a:p>
          <a:p>
            <a:pPr marL="0" indent="0">
              <a:buNone/>
            </a:pPr>
            <a:br>
              <a:rPr lang="en-US" sz="800" dirty="0">
                <a:solidFill>
                  <a:schemeClr val="bg1">
                    <a:alpha val="80000"/>
                  </a:schemeClr>
                </a:solidFill>
              </a:rPr>
            </a:br>
            <a:endParaRPr lang="en-CA" sz="8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2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2" name="Rectangle 4151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54" name="Rectangle 4153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56" name="Rectangle 4155">
            <a:extLst>
              <a:ext uri="{FF2B5EF4-FFF2-40B4-BE49-F238E27FC236}">
                <a16:creationId xmlns:a16="http://schemas.microsoft.com/office/drawing/2014/main" id="{05AD3998-CF72-48F6-90B8-F03F9C98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2706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098F3-BC22-85AA-8224-3DE29637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301420"/>
            <a:ext cx="5294293" cy="2956085"/>
          </a:xfrm>
        </p:spPr>
        <p:txBody>
          <a:bodyPr anchor="ctr">
            <a:normAutofit/>
          </a:bodyPr>
          <a:lstStyle/>
          <a:p>
            <a:r>
              <a:rPr lang="en-CA" sz="4800"/>
              <a:t>Connectivity: 4 vs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6F7A8-8D44-E2CD-D6D9-8CFB34D0F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57" r="24228"/>
          <a:stretch>
            <a:fillRect/>
          </a:stretch>
        </p:blipFill>
        <p:spPr>
          <a:xfrm>
            <a:off x="548970" y="3443728"/>
            <a:ext cx="10894411" cy="2796701"/>
          </a:xfrm>
          <a:prstGeom prst="rect">
            <a:avLst/>
          </a:prstGeom>
        </p:spPr>
      </p:pic>
      <p:cxnSp>
        <p:nvCxnSpPr>
          <p:cNvPr id="4158" name="Straight Connector 4157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0" name="Straight Connector 4159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5193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2" name="Rectangle 4161">
            <a:extLst>
              <a:ext uri="{FF2B5EF4-FFF2-40B4-BE49-F238E27FC236}">
                <a16:creationId xmlns:a16="http://schemas.microsoft.com/office/drawing/2014/main" id="{12B7D5BF-766A-4865-A35F-7AF824483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70161"/>
            <a:ext cx="475488" cy="279022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18" name="Content Placeholder 2">
            <a:extLst>
              <a:ext uri="{FF2B5EF4-FFF2-40B4-BE49-F238E27FC236}">
                <a16:creationId xmlns:a16="http://schemas.microsoft.com/office/drawing/2014/main" id="{9690F9E4-2FD2-A0EF-44EE-4C9E290FE5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997936"/>
              </p:ext>
            </p:extLst>
          </p:nvPr>
        </p:nvGraphicFramePr>
        <p:xfrm>
          <a:off x="6003984" y="281395"/>
          <a:ext cx="4956417" cy="2984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CE0006-7157-4373-C294-A96993E9E19C}"/>
                  </a:ext>
                </a:extLst>
              </p:cNvPr>
              <p:cNvSpPr txBox="1"/>
              <p:nvPr/>
            </p:nvSpPr>
            <p:spPr>
              <a:xfrm>
                <a:off x="8952082" y="3489387"/>
                <a:ext cx="1255472" cy="1554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↖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CE0006-7157-4373-C294-A96993E9E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082" y="3489387"/>
                <a:ext cx="1255472" cy="15542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CD10EB-AF22-DF15-D287-FF7DB826E5FE}"/>
                  </a:ext>
                </a:extLst>
              </p:cNvPr>
              <p:cNvSpPr txBox="1"/>
              <p:nvPr/>
            </p:nvSpPr>
            <p:spPr>
              <a:xfrm>
                <a:off x="8933050" y="4347415"/>
                <a:ext cx="1255472" cy="1554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↙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CD10EB-AF22-DF15-D287-FF7DB826E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050" y="4347415"/>
                <a:ext cx="1255472" cy="15542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4EAD6F-72BD-F137-8892-D19F3777ED09}"/>
                  </a:ext>
                </a:extLst>
              </p:cNvPr>
              <p:cNvSpPr txBox="1"/>
              <p:nvPr/>
            </p:nvSpPr>
            <p:spPr>
              <a:xfrm>
                <a:off x="9832891" y="3473525"/>
                <a:ext cx="1255472" cy="1554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↗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4EAD6F-72BD-F137-8892-D19F3777E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891" y="3473525"/>
                <a:ext cx="1255472" cy="15542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4B25CB-74AA-6677-2127-758443FA3C7B}"/>
                  </a:ext>
                </a:extLst>
              </p:cNvPr>
              <p:cNvSpPr txBox="1"/>
              <p:nvPr/>
            </p:nvSpPr>
            <p:spPr>
              <a:xfrm>
                <a:off x="9983939" y="4365884"/>
                <a:ext cx="510075" cy="1554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4B25CB-74AA-6677-2127-758443FA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939" y="4365884"/>
                <a:ext cx="510075" cy="1554272"/>
              </a:xfrm>
              <a:prstGeom prst="rect">
                <a:avLst/>
              </a:prstGeom>
              <a:blipFill>
                <a:blip r:embed="rId11"/>
                <a:stretch>
                  <a:fillRect r="-578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880C3E-13BA-8DF6-6F88-F8BB96D7C3DA}"/>
                  </a:ext>
                </a:extLst>
              </p:cNvPr>
              <p:cNvSpPr txBox="1"/>
              <p:nvPr/>
            </p:nvSpPr>
            <p:spPr>
              <a:xfrm>
                <a:off x="9614241" y="3519028"/>
                <a:ext cx="846386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880C3E-13BA-8DF6-6F88-F8BB96D7C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241" y="3519028"/>
                <a:ext cx="846386" cy="14619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035802-95EC-1A3D-A353-21883AE4BAE0}"/>
                  </a:ext>
                </a:extLst>
              </p:cNvPr>
              <p:cNvSpPr txBox="1"/>
              <p:nvPr/>
            </p:nvSpPr>
            <p:spPr>
              <a:xfrm>
                <a:off x="8856501" y="3914664"/>
                <a:ext cx="1296830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035802-95EC-1A3D-A353-21883AE4B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501" y="3914664"/>
                <a:ext cx="1296830" cy="146193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52C6E9-2189-D6E0-28FB-E43194382C54}"/>
                  </a:ext>
                </a:extLst>
              </p:cNvPr>
              <p:cNvSpPr txBox="1"/>
              <p:nvPr/>
            </p:nvSpPr>
            <p:spPr>
              <a:xfrm>
                <a:off x="9893090" y="3914664"/>
                <a:ext cx="1296830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52C6E9-2189-D6E0-28FB-E43194382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3090" y="3914664"/>
                <a:ext cx="1296830" cy="146193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38AE36-168C-7146-AFEB-8224E611E515}"/>
                  </a:ext>
                </a:extLst>
              </p:cNvPr>
              <p:cNvSpPr txBox="1"/>
              <p:nvPr/>
            </p:nvSpPr>
            <p:spPr>
              <a:xfrm>
                <a:off x="9614241" y="4575232"/>
                <a:ext cx="846386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38AE36-168C-7146-AFEB-8224E611E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241" y="4575232"/>
                <a:ext cx="846386" cy="14619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51B2BF2B-C7B0-31A1-2824-0D43155055B8}"/>
              </a:ext>
            </a:extLst>
          </p:cNvPr>
          <p:cNvSpPr/>
          <p:nvPr/>
        </p:nvSpPr>
        <p:spPr>
          <a:xfrm>
            <a:off x="9839865" y="4501463"/>
            <a:ext cx="367689" cy="38374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84A283-6EDB-A1B8-5DCC-134D5BA9298D}"/>
                  </a:ext>
                </a:extLst>
              </p:cNvPr>
              <p:cNvSpPr txBox="1"/>
              <p:nvPr/>
            </p:nvSpPr>
            <p:spPr>
              <a:xfrm>
                <a:off x="1347464" y="3616445"/>
                <a:ext cx="846386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84A283-6EDB-A1B8-5DCC-134D5BA92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64" y="3616445"/>
                <a:ext cx="846386" cy="146193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57267F-2A05-8205-9589-B30969A8D287}"/>
                  </a:ext>
                </a:extLst>
              </p:cNvPr>
              <p:cNvSpPr txBox="1"/>
              <p:nvPr/>
            </p:nvSpPr>
            <p:spPr>
              <a:xfrm>
                <a:off x="1347464" y="4391772"/>
                <a:ext cx="846386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57267F-2A05-8205-9589-B30969A8D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64" y="4391772"/>
                <a:ext cx="846386" cy="146193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105E5B-30C6-85E6-A711-9177CB2CFB17}"/>
                  </a:ext>
                </a:extLst>
              </p:cNvPr>
              <p:cNvSpPr txBox="1"/>
              <p:nvPr/>
            </p:nvSpPr>
            <p:spPr>
              <a:xfrm>
                <a:off x="748619" y="3914663"/>
                <a:ext cx="1296830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105E5B-30C6-85E6-A711-9177CB2CF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19" y="3914663"/>
                <a:ext cx="1296830" cy="146193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697393-1F4C-5D30-F861-E39BF2DB6FB1}"/>
                  </a:ext>
                </a:extLst>
              </p:cNvPr>
              <p:cNvSpPr txBox="1"/>
              <p:nvPr/>
            </p:nvSpPr>
            <p:spPr>
              <a:xfrm>
                <a:off x="1495865" y="3914663"/>
                <a:ext cx="1296830" cy="146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CA" sz="95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697393-1F4C-5D30-F861-E39BF2DB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65" y="3914663"/>
                <a:ext cx="1296830" cy="146193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2015E739-3456-A8CC-B8F7-740C3CC0682E}"/>
              </a:ext>
            </a:extLst>
          </p:cNvPr>
          <p:cNvSpPr/>
          <p:nvPr/>
        </p:nvSpPr>
        <p:spPr>
          <a:xfrm>
            <a:off x="1607448" y="4534192"/>
            <a:ext cx="303130" cy="30997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FA7706-8C6E-97A5-F2E5-C856C256D386}"/>
              </a:ext>
            </a:extLst>
          </p:cNvPr>
          <p:cNvSpPr txBox="1"/>
          <p:nvPr/>
        </p:nvSpPr>
        <p:spPr>
          <a:xfrm>
            <a:off x="987808" y="5844943"/>
            <a:ext cx="1725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latin typeface="Baguet Script" panose="00000500000000000000" pitchFamily="2" charset="0"/>
              </a:rPr>
              <a:t>4-Connectivity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51F04C-4643-EE1D-C4DB-AFAC869DBF9F}"/>
              </a:ext>
            </a:extLst>
          </p:cNvPr>
          <p:cNvSpPr txBox="1"/>
          <p:nvPr/>
        </p:nvSpPr>
        <p:spPr>
          <a:xfrm>
            <a:off x="9226303" y="5851377"/>
            <a:ext cx="1781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latin typeface="Baguet Script" panose="00000500000000000000" pitchFamily="2" charset="0"/>
              </a:rPr>
              <a:t>8-Ccoonectivity</a:t>
            </a:r>
          </a:p>
        </p:txBody>
      </p:sp>
    </p:spTree>
    <p:extLst>
      <p:ext uri="{BB962C8B-B14F-4D97-AF65-F5344CB8AC3E}">
        <p14:creationId xmlns:p14="http://schemas.microsoft.com/office/powerpoint/2010/main" val="4220344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9B77-93BC-3CEB-359F-A4AA0186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Why Area Filtering Improves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C2CC-4481-D00F-8C37-476D66AF2D4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23982" y="327026"/>
            <a:ext cx="7485413" cy="22875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r>
              <a:rPr lang="en-US" sz="1800"/>
              <a:t>Noise usually appears as small isolated regions </a:t>
            </a:r>
          </a:p>
          <a:p>
            <a:pPr fontAlgn="base"/>
            <a:r>
              <a:rPr lang="en-US" sz="1800"/>
              <a:t>Real objects have a larger pixel area </a:t>
            </a:r>
          </a:p>
          <a:p>
            <a:pPr fontAlgn="base"/>
            <a:r>
              <a:rPr lang="en-US" sz="1800"/>
              <a:t>Area filtering removes components below a minimum area</a:t>
            </a:r>
          </a:p>
          <a:p>
            <a:pPr fontAlgn="base"/>
            <a:r>
              <a:rPr lang="en-US" sz="1800"/>
              <a:t>This eliminates noise and false detections</a:t>
            </a:r>
          </a:p>
          <a:p>
            <a:pPr fontAlgn="base"/>
            <a:r>
              <a:rPr lang="en-US" sz="1800"/>
              <a:t>Remaining objects are cleaner and more accurate 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576E9-8D2E-F1E8-5690-4BAAB4165E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3" b="8158"/>
          <a:stretch>
            <a:fillRect/>
          </a:stretch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541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4B77D-5A91-EC11-664B-F67B4860BF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493" r="-1" b="3347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BC469-9394-8659-0DC9-C2A66440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4729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</TotalTime>
  <Words>558</Words>
  <Application>Microsoft Office PowerPoint</Application>
  <PresentationFormat>Widescreen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Baguet Script</vt:lpstr>
      <vt:lpstr>Calibri</vt:lpstr>
      <vt:lpstr>Calibri Light</vt:lpstr>
      <vt:lpstr>Cambria Math</vt:lpstr>
      <vt:lpstr>Office 2013 - 2022 Theme</vt:lpstr>
      <vt:lpstr>Area Filtering &amp; Connected Components</vt:lpstr>
      <vt:lpstr>Pipeline</vt:lpstr>
      <vt:lpstr>What is Connected Component Analysis and Why is it important? </vt:lpstr>
      <vt:lpstr>Connected Components with Stats</vt:lpstr>
      <vt:lpstr>Area Filtering</vt:lpstr>
      <vt:lpstr>Area Filtering Code</vt:lpstr>
      <vt:lpstr>Connectivity: 4 vs 8</vt:lpstr>
      <vt:lpstr>Why Area Filtering Improves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Pina Cammisano</dc:creator>
  <cp:lastModifiedBy>Pina Cammisano</cp:lastModifiedBy>
  <cp:revision>1</cp:revision>
  <dcterms:created xsi:type="dcterms:W3CDTF">2025-12-23T03:46:38Z</dcterms:created>
  <dcterms:modified xsi:type="dcterms:W3CDTF">2025-12-23T20:06:07Z</dcterms:modified>
</cp:coreProperties>
</file>